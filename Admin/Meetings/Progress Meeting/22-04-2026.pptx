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ink/ink1.xml" ContentType="application/inkml+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ink/ink2.xml" ContentType="application/inkml+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16"/>
  </p:notesMasterIdLst>
  <p:sldIdLst>
    <p:sldId id="463" r:id="rId5"/>
    <p:sldId id="469" r:id="rId6"/>
    <p:sldId id="402" r:id="rId7"/>
    <p:sldId id="410" r:id="rId8"/>
    <p:sldId id="464" r:id="rId9"/>
    <p:sldId id="465" r:id="rId10"/>
    <p:sldId id="466" r:id="rId11"/>
    <p:sldId id="414" r:id="rId12"/>
    <p:sldId id="467" r:id="rId13"/>
    <p:sldId id="468" r:id="rId14"/>
    <p:sldId id="454"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01" userDrawn="1">
          <p15:clr>
            <a:srgbClr val="A4A3A4"/>
          </p15:clr>
        </p15:guide>
        <p15:guide id="2" pos="3840" userDrawn="1">
          <p15:clr>
            <a:srgbClr val="A4A3A4"/>
          </p15:clr>
        </p15:guide>
        <p15:guide id="3" orient="horz" pos="845" userDrawn="1">
          <p15:clr>
            <a:srgbClr val="A4A3A4"/>
          </p15:clr>
        </p15:guide>
        <p15:guide id="4" orient="horz" pos="22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FFFFF"/>
    <a:srgbClr val="61223B"/>
    <a:srgbClr val="3A3E40"/>
    <a:srgbClr val="F1EBDF"/>
    <a:srgbClr val="461B2B"/>
    <a:srgbClr val="461A2B"/>
    <a:srgbClr val="4D5356"/>
    <a:srgbClr val="E2D6C0"/>
    <a:srgbClr val="8B234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129" autoAdjust="0"/>
    <p:restoredTop sz="70322"/>
  </p:normalViewPr>
  <p:slideViewPr>
    <p:cSldViewPr snapToGrid="0" snapToObjects="1" showGuides="1">
      <p:cViewPr varScale="1">
        <p:scale>
          <a:sx n="78" d="100"/>
          <a:sy n="78" d="100"/>
        </p:scale>
        <p:origin x="2436" y="78"/>
      </p:cViewPr>
      <p:guideLst>
        <p:guide orient="horz" pos="2001"/>
        <p:guide pos="3840"/>
        <p:guide orient="horz" pos="845"/>
        <p:guide orient="horz" pos="2260"/>
      </p:guideLst>
    </p:cSldViewPr>
  </p:slideViewPr>
  <p:notesTextViewPr>
    <p:cViewPr>
      <p:scale>
        <a:sx n="3" d="2"/>
        <a:sy n="3" d="2"/>
      </p:scale>
      <p:origin x="0" y="-5"/>
    </p:cViewPr>
  </p:notesTextViewPr>
  <p:sorterViewPr>
    <p:cViewPr>
      <p:scale>
        <a:sx n="40" d="100"/>
        <a:sy n="40" d="100"/>
      </p:scale>
      <p:origin x="0" y="0"/>
    </p:cViewPr>
  </p:sorterViewPr>
  <p:notesViewPr>
    <p:cSldViewPr snapToGrid="0" snapToObjects="1">
      <p:cViewPr varScale="1">
        <p:scale>
          <a:sx n="158" d="100"/>
          <a:sy n="158" d="100"/>
        </p:scale>
        <p:origin x="5640" y="2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78E98C0-18C9-444C-81A7-F5B709E8A363}" type="doc">
      <dgm:prSet loTypeId="urn:microsoft.com/office/officeart/2005/8/layout/vList2" loCatId="list" qsTypeId="urn:microsoft.com/office/officeart/2005/8/quickstyle/simple4" qsCatId="simple" csTypeId="urn:microsoft.com/office/officeart/2005/8/colors/accent2_2" csCatId="accent2"/>
      <dgm:spPr/>
      <dgm:t>
        <a:bodyPr/>
        <a:lstStyle/>
        <a:p>
          <a:endParaRPr lang="en-US"/>
        </a:p>
      </dgm:t>
    </dgm:pt>
    <dgm:pt modelId="{4473ECD8-72CE-4F06-B3B2-068FF0BB52ED}">
      <dgm:prSet/>
      <dgm:spPr/>
      <dgm:t>
        <a:bodyPr/>
        <a:lstStyle/>
        <a:p>
          <a:r>
            <a:rPr lang="en-US"/>
            <a:t>Training simulators </a:t>
          </a:r>
        </a:p>
      </dgm:t>
    </dgm:pt>
    <dgm:pt modelId="{BBB93195-61E5-4963-83D2-F926B13ACEDA}" type="parTrans" cxnId="{EB39FBF4-3B9D-4861-A271-D16C96CF8271}">
      <dgm:prSet/>
      <dgm:spPr/>
      <dgm:t>
        <a:bodyPr/>
        <a:lstStyle/>
        <a:p>
          <a:endParaRPr lang="en-US"/>
        </a:p>
      </dgm:t>
    </dgm:pt>
    <dgm:pt modelId="{2B5E8AC6-58D9-4920-9888-4D257EAB8BF1}" type="sibTrans" cxnId="{EB39FBF4-3B9D-4861-A271-D16C96CF8271}">
      <dgm:prSet/>
      <dgm:spPr/>
      <dgm:t>
        <a:bodyPr/>
        <a:lstStyle/>
        <a:p>
          <a:endParaRPr lang="en-US"/>
        </a:p>
      </dgm:t>
    </dgm:pt>
    <dgm:pt modelId="{9C4264A7-4F38-4AD2-8297-3E9C575B98EE}">
      <dgm:prSet/>
      <dgm:spPr/>
      <dgm:t>
        <a:bodyPr/>
        <a:lstStyle/>
        <a:p>
          <a:r>
            <a:rPr lang="en-US"/>
            <a:t>Future robotic system testing</a:t>
          </a:r>
        </a:p>
      </dgm:t>
    </dgm:pt>
    <dgm:pt modelId="{A16D2CCC-2CAB-4023-8B39-6EEFD4C06495}" type="parTrans" cxnId="{E72ECDBA-7C05-47A1-8976-8D38BC45A05C}">
      <dgm:prSet/>
      <dgm:spPr/>
      <dgm:t>
        <a:bodyPr/>
        <a:lstStyle/>
        <a:p>
          <a:endParaRPr lang="en-US"/>
        </a:p>
      </dgm:t>
    </dgm:pt>
    <dgm:pt modelId="{F84D9674-A5A2-48B7-AB77-A0A23D5A56D6}" type="sibTrans" cxnId="{E72ECDBA-7C05-47A1-8976-8D38BC45A05C}">
      <dgm:prSet/>
      <dgm:spPr/>
      <dgm:t>
        <a:bodyPr/>
        <a:lstStyle/>
        <a:p>
          <a:endParaRPr lang="en-US"/>
        </a:p>
      </dgm:t>
    </dgm:pt>
    <dgm:pt modelId="{7C21BE5C-4787-494B-9335-75FD3BA66564}">
      <dgm:prSet/>
      <dgm:spPr/>
      <dgm:t>
        <a:bodyPr/>
        <a:lstStyle/>
        <a:p>
          <a:r>
            <a:rPr lang="en-US"/>
            <a:t>Future university open day displays</a:t>
          </a:r>
        </a:p>
      </dgm:t>
    </dgm:pt>
    <dgm:pt modelId="{E0739FC5-EB89-4E7E-9DAA-2465A525B9FD}" type="parTrans" cxnId="{1BAFDF9A-F911-4F87-A7BD-9DC7A22554E0}">
      <dgm:prSet/>
      <dgm:spPr/>
      <dgm:t>
        <a:bodyPr/>
        <a:lstStyle/>
        <a:p>
          <a:endParaRPr lang="en-US"/>
        </a:p>
      </dgm:t>
    </dgm:pt>
    <dgm:pt modelId="{2CB52E13-4987-4E76-A865-419598F12CE8}" type="sibTrans" cxnId="{1BAFDF9A-F911-4F87-A7BD-9DC7A22554E0}">
      <dgm:prSet/>
      <dgm:spPr/>
      <dgm:t>
        <a:bodyPr/>
        <a:lstStyle/>
        <a:p>
          <a:endParaRPr lang="en-US"/>
        </a:p>
      </dgm:t>
    </dgm:pt>
    <dgm:pt modelId="{9EF3697A-0BD3-4945-8F68-B4437D7577D9}" type="pres">
      <dgm:prSet presAssocID="{D78E98C0-18C9-444C-81A7-F5B709E8A363}" presName="linear" presStyleCnt="0">
        <dgm:presLayoutVars>
          <dgm:animLvl val="lvl"/>
          <dgm:resizeHandles val="exact"/>
        </dgm:presLayoutVars>
      </dgm:prSet>
      <dgm:spPr/>
    </dgm:pt>
    <dgm:pt modelId="{E9B5C77F-49B3-41B8-A711-47943A278AF6}" type="pres">
      <dgm:prSet presAssocID="{4473ECD8-72CE-4F06-B3B2-068FF0BB52ED}" presName="parentText" presStyleLbl="node1" presStyleIdx="0" presStyleCnt="3">
        <dgm:presLayoutVars>
          <dgm:chMax val="0"/>
          <dgm:bulletEnabled val="1"/>
        </dgm:presLayoutVars>
      </dgm:prSet>
      <dgm:spPr/>
    </dgm:pt>
    <dgm:pt modelId="{A8C317B5-B829-473B-9CC3-275287E79C29}" type="pres">
      <dgm:prSet presAssocID="{2B5E8AC6-58D9-4920-9888-4D257EAB8BF1}" presName="spacer" presStyleCnt="0"/>
      <dgm:spPr/>
    </dgm:pt>
    <dgm:pt modelId="{8BD49DE1-823B-4390-B991-4D4D496DC3B7}" type="pres">
      <dgm:prSet presAssocID="{9C4264A7-4F38-4AD2-8297-3E9C575B98EE}" presName="parentText" presStyleLbl="node1" presStyleIdx="1" presStyleCnt="3">
        <dgm:presLayoutVars>
          <dgm:chMax val="0"/>
          <dgm:bulletEnabled val="1"/>
        </dgm:presLayoutVars>
      </dgm:prSet>
      <dgm:spPr/>
    </dgm:pt>
    <dgm:pt modelId="{649174B0-2088-4A05-8073-7656F523D77C}" type="pres">
      <dgm:prSet presAssocID="{F84D9674-A5A2-48B7-AB77-A0A23D5A56D6}" presName="spacer" presStyleCnt="0"/>
      <dgm:spPr/>
    </dgm:pt>
    <dgm:pt modelId="{1AEF548D-873F-4CB7-8C56-3375857366B9}" type="pres">
      <dgm:prSet presAssocID="{7C21BE5C-4787-494B-9335-75FD3BA66564}" presName="parentText" presStyleLbl="node1" presStyleIdx="2" presStyleCnt="3">
        <dgm:presLayoutVars>
          <dgm:chMax val="0"/>
          <dgm:bulletEnabled val="1"/>
        </dgm:presLayoutVars>
      </dgm:prSet>
      <dgm:spPr/>
    </dgm:pt>
  </dgm:ptLst>
  <dgm:cxnLst>
    <dgm:cxn modelId="{59C00E72-782A-41CE-9067-CAFD59707428}" type="presOf" srcId="{9C4264A7-4F38-4AD2-8297-3E9C575B98EE}" destId="{8BD49DE1-823B-4390-B991-4D4D496DC3B7}" srcOrd="0" destOrd="0" presId="urn:microsoft.com/office/officeart/2005/8/layout/vList2"/>
    <dgm:cxn modelId="{1BAFDF9A-F911-4F87-A7BD-9DC7A22554E0}" srcId="{D78E98C0-18C9-444C-81A7-F5B709E8A363}" destId="{7C21BE5C-4787-494B-9335-75FD3BA66564}" srcOrd="2" destOrd="0" parTransId="{E0739FC5-EB89-4E7E-9DAA-2465A525B9FD}" sibTransId="{2CB52E13-4987-4E76-A865-419598F12CE8}"/>
    <dgm:cxn modelId="{16FEF09A-FA6D-438E-BD29-1A8D70104658}" type="presOf" srcId="{4473ECD8-72CE-4F06-B3B2-068FF0BB52ED}" destId="{E9B5C77F-49B3-41B8-A711-47943A278AF6}" srcOrd="0" destOrd="0" presId="urn:microsoft.com/office/officeart/2005/8/layout/vList2"/>
    <dgm:cxn modelId="{E72ECDBA-7C05-47A1-8976-8D38BC45A05C}" srcId="{D78E98C0-18C9-444C-81A7-F5B709E8A363}" destId="{9C4264A7-4F38-4AD2-8297-3E9C575B98EE}" srcOrd="1" destOrd="0" parTransId="{A16D2CCC-2CAB-4023-8B39-6EEFD4C06495}" sibTransId="{F84D9674-A5A2-48B7-AB77-A0A23D5A56D6}"/>
    <dgm:cxn modelId="{5C9067DA-8C33-4530-ABC1-5765730D42B7}" type="presOf" srcId="{D78E98C0-18C9-444C-81A7-F5B709E8A363}" destId="{9EF3697A-0BD3-4945-8F68-B4437D7577D9}" srcOrd="0" destOrd="0" presId="urn:microsoft.com/office/officeart/2005/8/layout/vList2"/>
    <dgm:cxn modelId="{EB39FBF4-3B9D-4861-A271-D16C96CF8271}" srcId="{D78E98C0-18C9-444C-81A7-F5B709E8A363}" destId="{4473ECD8-72CE-4F06-B3B2-068FF0BB52ED}" srcOrd="0" destOrd="0" parTransId="{BBB93195-61E5-4963-83D2-F926B13ACEDA}" sibTransId="{2B5E8AC6-58D9-4920-9888-4D257EAB8BF1}"/>
    <dgm:cxn modelId="{02EC49F9-A29A-49EE-83D2-0CB42C7CDF10}" type="presOf" srcId="{7C21BE5C-4787-494B-9335-75FD3BA66564}" destId="{1AEF548D-873F-4CB7-8C56-3375857366B9}" srcOrd="0" destOrd="0" presId="urn:microsoft.com/office/officeart/2005/8/layout/vList2"/>
    <dgm:cxn modelId="{A2E88599-6530-4FA3-B46A-BEC3353AC01E}" type="presParOf" srcId="{9EF3697A-0BD3-4945-8F68-B4437D7577D9}" destId="{E9B5C77F-49B3-41B8-A711-47943A278AF6}" srcOrd="0" destOrd="0" presId="urn:microsoft.com/office/officeart/2005/8/layout/vList2"/>
    <dgm:cxn modelId="{D5B53EE3-AD3A-42C2-8B83-1CABFD8A173B}" type="presParOf" srcId="{9EF3697A-0BD3-4945-8F68-B4437D7577D9}" destId="{A8C317B5-B829-473B-9CC3-275287E79C29}" srcOrd="1" destOrd="0" presId="urn:microsoft.com/office/officeart/2005/8/layout/vList2"/>
    <dgm:cxn modelId="{95E5A9CA-47FF-411E-AFD6-78FB041200D3}" type="presParOf" srcId="{9EF3697A-0BD3-4945-8F68-B4437D7577D9}" destId="{8BD49DE1-823B-4390-B991-4D4D496DC3B7}" srcOrd="2" destOrd="0" presId="urn:microsoft.com/office/officeart/2005/8/layout/vList2"/>
    <dgm:cxn modelId="{8477F329-F42A-4BDD-9487-30379E11C4C7}" type="presParOf" srcId="{9EF3697A-0BD3-4945-8F68-B4437D7577D9}" destId="{649174B0-2088-4A05-8073-7656F523D77C}" srcOrd="3" destOrd="0" presId="urn:microsoft.com/office/officeart/2005/8/layout/vList2"/>
    <dgm:cxn modelId="{3AE8D8C9-D97D-4C32-BA39-5645FB6E62EE}" type="presParOf" srcId="{9EF3697A-0BD3-4945-8F68-B4437D7577D9}" destId="{1AEF548D-873F-4CB7-8C56-3375857366B9}"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1C78666-590A-4595-8EC5-117CC6841867}" type="doc">
      <dgm:prSet loTypeId="urn:microsoft.com/office/officeart/2005/8/layout/vList2" loCatId="list" qsTypeId="urn:microsoft.com/office/officeart/2005/8/quickstyle/simple4" qsCatId="simple" csTypeId="urn:microsoft.com/office/officeart/2005/8/colors/accent2_2" csCatId="accent2"/>
      <dgm:spPr/>
      <dgm:t>
        <a:bodyPr/>
        <a:lstStyle/>
        <a:p>
          <a:endParaRPr lang="en-US"/>
        </a:p>
      </dgm:t>
    </dgm:pt>
    <dgm:pt modelId="{E3434E0A-90AE-47C0-9164-A60E092D8187}">
      <dgm:prSet/>
      <dgm:spPr/>
      <dgm:t>
        <a:bodyPr/>
        <a:lstStyle/>
        <a:p>
          <a:r>
            <a:rPr lang="en-US" b="0" i="0"/>
            <a:t>Completed phases:</a:t>
          </a:r>
          <a:endParaRPr lang="en-US"/>
        </a:p>
      </dgm:t>
    </dgm:pt>
    <dgm:pt modelId="{56442E05-C2C5-4729-B5D8-797CDA53B42D}" type="parTrans" cxnId="{940008BB-33FE-4D94-BADC-382B53B34783}">
      <dgm:prSet/>
      <dgm:spPr/>
      <dgm:t>
        <a:bodyPr/>
        <a:lstStyle/>
        <a:p>
          <a:endParaRPr lang="en-US"/>
        </a:p>
      </dgm:t>
    </dgm:pt>
    <dgm:pt modelId="{702DDBF5-77E5-4CE0-A39E-2662D6BEE5D7}" type="sibTrans" cxnId="{940008BB-33FE-4D94-BADC-382B53B34783}">
      <dgm:prSet/>
      <dgm:spPr/>
      <dgm:t>
        <a:bodyPr/>
        <a:lstStyle/>
        <a:p>
          <a:endParaRPr lang="en-US"/>
        </a:p>
      </dgm:t>
    </dgm:pt>
    <dgm:pt modelId="{9C05AFA8-5226-4E94-8A79-5737893CD385}">
      <dgm:prSet/>
      <dgm:spPr/>
      <dgm:t>
        <a:bodyPr/>
        <a:lstStyle/>
        <a:p>
          <a:r>
            <a:rPr lang="en-US" b="0" i="0"/>
            <a:t>Literature review</a:t>
          </a:r>
          <a:endParaRPr lang="en-US"/>
        </a:p>
      </dgm:t>
    </dgm:pt>
    <dgm:pt modelId="{34F03064-4BD1-4A6D-AF05-AD30D4834812}" type="parTrans" cxnId="{E64E5050-5E35-45FD-976E-940352A81260}">
      <dgm:prSet/>
      <dgm:spPr/>
      <dgm:t>
        <a:bodyPr/>
        <a:lstStyle/>
        <a:p>
          <a:endParaRPr lang="en-US"/>
        </a:p>
      </dgm:t>
    </dgm:pt>
    <dgm:pt modelId="{458D849D-7C2A-4B32-9E18-AF7748659A95}" type="sibTrans" cxnId="{E64E5050-5E35-45FD-976E-940352A81260}">
      <dgm:prSet/>
      <dgm:spPr/>
      <dgm:t>
        <a:bodyPr/>
        <a:lstStyle/>
        <a:p>
          <a:endParaRPr lang="en-US"/>
        </a:p>
      </dgm:t>
    </dgm:pt>
    <dgm:pt modelId="{D47C4507-059D-491E-87FF-C6D7BDD372AE}">
      <dgm:prSet/>
      <dgm:spPr/>
      <dgm:t>
        <a:bodyPr/>
        <a:lstStyle/>
        <a:p>
          <a:r>
            <a:rPr lang="en-US" b="0" i="0"/>
            <a:t>Component review and procurement</a:t>
          </a:r>
          <a:endParaRPr lang="en-US"/>
        </a:p>
      </dgm:t>
    </dgm:pt>
    <dgm:pt modelId="{C09E91DB-F9E0-48B1-805E-27988A4AB101}" type="parTrans" cxnId="{2931227C-97A8-494A-AD19-A42C7685532A}">
      <dgm:prSet/>
      <dgm:spPr/>
      <dgm:t>
        <a:bodyPr/>
        <a:lstStyle/>
        <a:p>
          <a:endParaRPr lang="en-US"/>
        </a:p>
      </dgm:t>
    </dgm:pt>
    <dgm:pt modelId="{D00FF4D9-4C2B-4115-BD5B-52406CCD1FD2}" type="sibTrans" cxnId="{2931227C-97A8-494A-AD19-A42C7685532A}">
      <dgm:prSet/>
      <dgm:spPr/>
      <dgm:t>
        <a:bodyPr/>
        <a:lstStyle/>
        <a:p>
          <a:endParaRPr lang="en-US"/>
        </a:p>
      </dgm:t>
    </dgm:pt>
    <dgm:pt modelId="{8D1EDC59-E95C-4B6B-9207-6278EC7945CC}">
      <dgm:prSet/>
      <dgm:spPr/>
      <dgm:t>
        <a:bodyPr/>
        <a:lstStyle/>
        <a:p>
          <a:r>
            <a:rPr lang="en-US" b="0" i="0"/>
            <a:t>Current phase:</a:t>
          </a:r>
          <a:endParaRPr lang="en-US"/>
        </a:p>
      </dgm:t>
    </dgm:pt>
    <dgm:pt modelId="{E0C3A7BC-9A2F-48CB-985A-FAB59FFF4580}" type="parTrans" cxnId="{29566829-388E-4BA6-934A-1AAAE4998A2E}">
      <dgm:prSet/>
      <dgm:spPr/>
      <dgm:t>
        <a:bodyPr/>
        <a:lstStyle/>
        <a:p>
          <a:endParaRPr lang="en-US"/>
        </a:p>
      </dgm:t>
    </dgm:pt>
    <dgm:pt modelId="{016D1313-BF08-44E2-BE4C-C660360157A5}" type="sibTrans" cxnId="{29566829-388E-4BA6-934A-1AAAE4998A2E}">
      <dgm:prSet/>
      <dgm:spPr/>
      <dgm:t>
        <a:bodyPr/>
        <a:lstStyle/>
        <a:p>
          <a:endParaRPr lang="en-US"/>
        </a:p>
      </dgm:t>
    </dgm:pt>
    <dgm:pt modelId="{0F31A368-0AD9-4991-A504-5C04B10D7B39}">
      <dgm:prSet/>
      <dgm:spPr/>
      <dgm:t>
        <a:bodyPr/>
        <a:lstStyle/>
        <a:p>
          <a:r>
            <a:rPr lang="en-US" b="0" i="0"/>
            <a:t>Laparoscope design phase</a:t>
          </a:r>
          <a:endParaRPr lang="en-US"/>
        </a:p>
      </dgm:t>
    </dgm:pt>
    <dgm:pt modelId="{AE73AB21-C0FA-4A7D-88D7-3DFCD054C7CA}" type="parTrans" cxnId="{5ACA607D-1F7D-4A8B-9323-CC8E4B848CF2}">
      <dgm:prSet/>
      <dgm:spPr/>
      <dgm:t>
        <a:bodyPr/>
        <a:lstStyle/>
        <a:p>
          <a:endParaRPr lang="en-US"/>
        </a:p>
      </dgm:t>
    </dgm:pt>
    <dgm:pt modelId="{3B280A87-E464-40BF-951A-FAB61B211CDE}" type="sibTrans" cxnId="{5ACA607D-1F7D-4A8B-9323-CC8E4B848CF2}">
      <dgm:prSet/>
      <dgm:spPr/>
      <dgm:t>
        <a:bodyPr/>
        <a:lstStyle/>
        <a:p>
          <a:endParaRPr lang="en-US"/>
        </a:p>
      </dgm:t>
    </dgm:pt>
    <dgm:pt modelId="{F83CBBFC-4192-4FC5-AC80-E72040FDB32C}" type="pres">
      <dgm:prSet presAssocID="{A1C78666-590A-4595-8EC5-117CC6841867}" presName="linear" presStyleCnt="0">
        <dgm:presLayoutVars>
          <dgm:animLvl val="lvl"/>
          <dgm:resizeHandles val="exact"/>
        </dgm:presLayoutVars>
      </dgm:prSet>
      <dgm:spPr/>
    </dgm:pt>
    <dgm:pt modelId="{61AC387D-C103-4782-93B9-CD11E1FBD9FA}" type="pres">
      <dgm:prSet presAssocID="{E3434E0A-90AE-47C0-9164-A60E092D8187}" presName="parentText" presStyleLbl="node1" presStyleIdx="0" presStyleCnt="2">
        <dgm:presLayoutVars>
          <dgm:chMax val="0"/>
          <dgm:bulletEnabled val="1"/>
        </dgm:presLayoutVars>
      </dgm:prSet>
      <dgm:spPr/>
    </dgm:pt>
    <dgm:pt modelId="{ED2C79FB-B7D2-4F61-8229-4784A6460C8E}" type="pres">
      <dgm:prSet presAssocID="{E3434E0A-90AE-47C0-9164-A60E092D8187}" presName="childText" presStyleLbl="revTx" presStyleIdx="0" presStyleCnt="2">
        <dgm:presLayoutVars>
          <dgm:bulletEnabled val="1"/>
        </dgm:presLayoutVars>
      </dgm:prSet>
      <dgm:spPr/>
    </dgm:pt>
    <dgm:pt modelId="{4DF78830-CDC5-45A5-B538-DA2982B15DCB}" type="pres">
      <dgm:prSet presAssocID="{8D1EDC59-E95C-4B6B-9207-6278EC7945CC}" presName="parentText" presStyleLbl="node1" presStyleIdx="1" presStyleCnt="2">
        <dgm:presLayoutVars>
          <dgm:chMax val="0"/>
          <dgm:bulletEnabled val="1"/>
        </dgm:presLayoutVars>
      </dgm:prSet>
      <dgm:spPr/>
    </dgm:pt>
    <dgm:pt modelId="{BED6B94A-9302-427E-99E3-F97DFBEDC2AC}" type="pres">
      <dgm:prSet presAssocID="{8D1EDC59-E95C-4B6B-9207-6278EC7945CC}" presName="childText" presStyleLbl="revTx" presStyleIdx="1" presStyleCnt="2">
        <dgm:presLayoutVars>
          <dgm:bulletEnabled val="1"/>
        </dgm:presLayoutVars>
      </dgm:prSet>
      <dgm:spPr/>
    </dgm:pt>
  </dgm:ptLst>
  <dgm:cxnLst>
    <dgm:cxn modelId="{5BE1B808-E8F8-461B-B4B3-543F0315AE19}" type="presOf" srcId="{0F31A368-0AD9-4991-A504-5C04B10D7B39}" destId="{BED6B94A-9302-427E-99E3-F97DFBEDC2AC}" srcOrd="0" destOrd="0" presId="urn:microsoft.com/office/officeart/2005/8/layout/vList2"/>
    <dgm:cxn modelId="{BB041D0A-5BA1-4DE7-807D-4D80B494BDE3}" type="presOf" srcId="{A1C78666-590A-4595-8EC5-117CC6841867}" destId="{F83CBBFC-4192-4FC5-AC80-E72040FDB32C}" srcOrd="0" destOrd="0" presId="urn:microsoft.com/office/officeart/2005/8/layout/vList2"/>
    <dgm:cxn modelId="{96B9740B-B6E1-4E6D-9AD6-19183785B4A8}" type="presOf" srcId="{9C05AFA8-5226-4E94-8A79-5737893CD385}" destId="{ED2C79FB-B7D2-4F61-8229-4784A6460C8E}" srcOrd="0" destOrd="0" presId="urn:microsoft.com/office/officeart/2005/8/layout/vList2"/>
    <dgm:cxn modelId="{94DAC827-071C-4488-9CE9-9B1366BEBF8F}" type="presOf" srcId="{E3434E0A-90AE-47C0-9164-A60E092D8187}" destId="{61AC387D-C103-4782-93B9-CD11E1FBD9FA}" srcOrd="0" destOrd="0" presId="urn:microsoft.com/office/officeart/2005/8/layout/vList2"/>
    <dgm:cxn modelId="{29566829-388E-4BA6-934A-1AAAE4998A2E}" srcId="{A1C78666-590A-4595-8EC5-117CC6841867}" destId="{8D1EDC59-E95C-4B6B-9207-6278EC7945CC}" srcOrd="1" destOrd="0" parTransId="{E0C3A7BC-9A2F-48CB-985A-FAB59FFF4580}" sibTransId="{016D1313-BF08-44E2-BE4C-C660360157A5}"/>
    <dgm:cxn modelId="{25020A69-33D4-43D0-9BD7-A9F72F385FF0}" type="presOf" srcId="{8D1EDC59-E95C-4B6B-9207-6278EC7945CC}" destId="{4DF78830-CDC5-45A5-B538-DA2982B15DCB}" srcOrd="0" destOrd="0" presId="urn:microsoft.com/office/officeart/2005/8/layout/vList2"/>
    <dgm:cxn modelId="{E64E5050-5E35-45FD-976E-940352A81260}" srcId="{E3434E0A-90AE-47C0-9164-A60E092D8187}" destId="{9C05AFA8-5226-4E94-8A79-5737893CD385}" srcOrd="0" destOrd="0" parTransId="{34F03064-4BD1-4A6D-AF05-AD30D4834812}" sibTransId="{458D849D-7C2A-4B32-9E18-AF7748659A95}"/>
    <dgm:cxn modelId="{2931227C-97A8-494A-AD19-A42C7685532A}" srcId="{E3434E0A-90AE-47C0-9164-A60E092D8187}" destId="{D47C4507-059D-491E-87FF-C6D7BDD372AE}" srcOrd="1" destOrd="0" parTransId="{C09E91DB-F9E0-48B1-805E-27988A4AB101}" sibTransId="{D00FF4D9-4C2B-4115-BD5B-52406CCD1FD2}"/>
    <dgm:cxn modelId="{5ACA607D-1F7D-4A8B-9323-CC8E4B848CF2}" srcId="{8D1EDC59-E95C-4B6B-9207-6278EC7945CC}" destId="{0F31A368-0AD9-4991-A504-5C04B10D7B39}" srcOrd="0" destOrd="0" parTransId="{AE73AB21-C0FA-4A7D-88D7-3DFCD054C7CA}" sibTransId="{3B280A87-E464-40BF-951A-FAB61B211CDE}"/>
    <dgm:cxn modelId="{940008BB-33FE-4D94-BADC-382B53B34783}" srcId="{A1C78666-590A-4595-8EC5-117CC6841867}" destId="{E3434E0A-90AE-47C0-9164-A60E092D8187}" srcOrd="0" destOrd="0" parTransId="{56442E05-C2C5-4729-B5D8-797CDA53B42D}" sibTransId="{702DDBF5-77E5-4CE0-A39E-2662D6BEE5D7}"/>
    <dgm:cxn modelId="{2F6E5BDC-64E8-404D-9ADC-CC5C13CBE743}" type="presOf" srcId="{D47C4507-059D-491E-87FF-C6D7BDD372AE}" destId="{ED2C79FB-B7D2-4F61-8229-4784A6460C8E}" srcOrd="0" destOrd="1" presId="urn:microsoft.com/office/officeart/2005/8/layout/vList2"/>
    <dgm:cxn modelId="{902FD1E8-897D-4218-9E28-09265C128565}" type="presParOf" srcId="{F83CBBFC-4192-4FC5-AC80-E72040FDB32C}" destId="{61AC387D-C103-4782-93B9-CD11E1FBD9FA}" srcOrd="0" destOrd="0" presId="urn:microsoft.com/office/officeart/2005/8/layout/vList2"/>
    <dgm:cxn modelId="{C54F56FD-ABE1-4D4F-904B-00DBD3F596B8}" type="presParOf" srcId="{F83CBBFC-4192-4FC5-AC80-E72040FDB32C}" destId="{ED2C79FB-B7D2-4F61-8229-4784A6460C8E}" srcOrd="1" destOrd="0" presId="urn:microsoft.com/office/officeart/2005/8/layout/vList2"/>
    <dgm:cxn modelId="{1AC2075B-E117-4FD3-892F-CA8F6FD2E699}" type="presParOf" srcId="{F83CBBFC-4192-4FC5-AC80-E72040FDB32C}" destId="{4DF78830-CDC5-45A5-B538-DA2982B15DCB}" srcOrd="2" destOrd="0" presId="urn:microsoft.com/office/officeart/2005/8/layout/vList2"/>
    <dgm:cxn modelId="{C9CBC02B-6441-4084-9C84-DE8969E7BBBF}" type="presParOf" srcId="{F83CBBFC-4192-4FC5-AC80-E72040FDB32C}" destId="{BED6B94A-9302-427E-99E3-F97DFBEDC2AC}"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B5C77F-49B3-41B8-A711-47943A278AF6}">
      <dsp:nvSpPr>
        <dsp:cNvPr id="0" name=""/>
        <dsp:cNvSpPr/>
      </dsp:nvSpPr>
      <dsp:spPr>
        <a:xfrm>
          <a:off x="0" y="56633"/>
          <a:ext cx="6474045" cy="1482975"/>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a:t>Training simulators </a:t>
          </a:r>
        </a:p>
      </dsp:txBody>
      <dsp:txXfrm>
        <a:off x="72393" y="129026"/>
        <a:ext cx="6329259" cy="1338189"/>
      </dsp:txXfrm>
    </dsp:sp>
    <dsp:sp modelId="{8BD49DE1-823B-4390-B991-4D4D496DC3B7}">
      <dsp:nvSpPr>
        <dsp:cNvPr id="0" name=""/>
        <dsp:cNvSpPr/>
      </dsp:nvSpPr>
      <dsp:spPr>
        <a:xfrm>
          <a:off x="0" y="1651929"/>
          <a:ext cx="6474045" cy="1482975"/>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a:t>Future robotic system testing</a:t>
          </a:r>
        </a:p>
      </dsp:txBody>
      <dsp:txXfrm>
        <a:off x="72393" y="1724322"/>
        <a:ext cx="6329259" cy="1338189"/>
      </dsp:txXfrm>
    </dsp:sp>
    <dsp:sp modelId="{1AEF548D-873F-4CB7-8C56-3375857366B9}">
      <dsp:nvSpPr>
        <dsp:cNvPr id="0" name=""/>
        <dsp:cNvSpPr/>
      </dsp:nvSpPr>
      <dsp:spPr>
        <a:xfrm>
          <a:off x="0" y="3247224"/>
          <a:ext cx="6474045" cy="1482975"/>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a:t>Future university open day displays</a:t>
          </a:r>
        </a:p>
      </dsp:txBody>
      <dsp:txXfrm>
        <a:off x="72393" y="3319617"/>
        <a:ext cx="6329259" cy="133818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AC387D-C103-4782-93B9-CD11E1FBD9FA}">
      <dsp:nvSpPr>
        <dsp:cNvPr id="0" name=""/>
        <dsp:cNvSpPr/>
      </dsp:nvSpPr>
      <dsp:spPr>
        <a:xfrm>
          <a:off x="0" y="3376"/>
          <a:ext cx="6474045" cy="1123199"/>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82880" tIns="182880" rIns="182880" bIns="182880" numCol="1" spcCol="1270" anchor="ctr" anchorCtr="0">
          <a:noAutofit/>
        </a:bodyPr>
        <a:lstStyle/>
        <a:p>
          <a:pPr marL="0" lvl="0" indent="0" algn="l" defTabSz="2133600">
            <a:lnSpc>
              <a:spcPct val="90000"/>
            </a:lnSpc>
            <a:spcBef>
              <a:spcPct val="0"/>
            </a:spcBef>
            <a:spcAft>
              <a:spcPct val="35000"/>
            </a:spcAft>
            <a:buNone/>
          </a:pPr>
          <a:r>
            <a:rPr lang="en-US" sz="4800" b="0" i="0" kern="1200"/>
            <a:t>Completed phases:</a:t>
          </a:r>
          <a:endParaRPr lang="en-US" sz="4800" kern="1200"/>
        </a:p>
      </dsp:txBody>
      <dsp:txXfrm>
        <a:off x="54830" y="58206"/>
        <a:ext cx="6364385" cy="1013539"/>
      </dsp:txXfrm>
    </dsp:sp>
    <dsp:sp modelId="{ED2C79FB-B7D2-4F61-8229-4784A6460C8E}">
      <dsp:nvSpPr>
        <dsp:cNvPr id="0" name=""/>
        <dsp:cNvSpPr/>
      </dsp:nvSpPr>
      <dsp:spPr>
        <a:xfrm>
          <a:off x="0" y="1126576"/>
          <a:ext cx="6474045" cy="1738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5551" tIns="60960" rIns="341376" bIns="60960" numCol="1" spcCol="1270" anchor="t" anchorCtr="0">
          <a:noAutofit/>
        </a:bodyPr>
        <a:lstStyle/>
        <a:p>
          <a:pPr marL="285750" lvl="1" indent="-285750" algn="l" defTabSz="1644650">
            <a:lnSpc>
              <a:spcPct val="90000"/>
            </a:lnSpc>
            <a:spcBef>
              <a:spcPct val="0"/>
            </a:spcBef>
            <a:spcAft>
              <a:spcPct val="20000"/>
            </a:spcAft>
            <a:buChar char="•"/>
          </a:pPr>
          <a:r>
            <a:rPr lang="en-US" sz="3700" b="0" i="0" kern="1200"/>
            <a:t>Literature review</a:t>
          </a:r>
          <a:endParaRPr lang="en-US" sz="3700" kern="1200"/>
        </a:p>
        <a:p>
          <a:pPr marL="285750" lvl="1" indent="-285750" algn="l" defTabSz="1644650">
            <a:lnSpc>
              <a:spcPct val="90000"/>
            </a:lnSpc>
            <a:spcBef>
              <a:spcPct val="0"/>
            </a:spcBef>
            <a:spcAft>
              <a:spcPct val="20000"/>
            </a:spcAft>
            <a:buChar char="•"/>
          </a:pPr>
          <a:r>
            <a:rPr lang="en-US" sz="3700" b="0" i="0" kern="1200"/>
            <a:t>Component review and procurement</a:t>
          </a:r>
          <a:endParaRPr lang="en-US" sz="3700" kern="1200"/>
        </a:p>
      </dsp:txBody>
      <dsp:txXfrm>
        <a:off x="0" y="1126576"/>
        <a:ext cx="6474045" cy="1738800"/>
      </dsp:txXfrm>
    </dsp:sp>
    <dsp:sp modelId="{4DF78830-CDC5-45A5-B538-DA2982B15DCB}">
      <dsp:nvSpPr>
        <dsp:cNvPr id="0" name=""/>
        <dsp:cNvSpPr/>
      </dsp:nvSpPr>
      <dsp:spPr>
        <a:xfrm>
          <a:off x="0" y="2865376"/>
          <a:ext cx="6474045" cy="1123199"/>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82880" tIns="182880" rIns="182880" bIns="182880" numCol="1" spcCol="1270" anchor="ctr" anchorCtr="0">
          <a:noAutofit/>
        </a:bodyPr>
        <a:lstStyle/>
        <a:p>
          <a:pPr marL="0" lvl="0" indent="0" algn="l" defTabSz="2133600">
            <a:lnSpc>
              <a:spcPct val="90000"/>
            </a:lnSpc>
            <a:spcBef>
              <a:spcPct val="0"/>
            </a:spcBef>
            <a:spcAft>
              <a:spcPct val="35000"/>
            </a:spcAft>
            <a:buNone/>
          </a:pPr>
          <a:r>
            <a:rPr lang="en-US" sz="4800" b="0" i="0" kern="1200"/>
            <a:t>Current phase:</a:t>
          </a:r>
          <a:endParaRPr lang="en-US" sz="4800" kern="1200"/>
        </a:p>
      </dsp:txBody>
      <dsp:txXfrm>
        <a:off x="54830" y="2920206"/>
        <a:ext cx="6364385" cy="1013539"/>
      </dsp:txXfrm>
    </dsp:sp>
    <dsp:sp modelId="{BED6B94A-9302-427E-99E3-F97DFBEDC2AC}">
      <dsp:nvSpPr>
        <dsp:cNvPr id="0" name=""/>
        <dsp:cNvSpPr/>
      </dsp:nvSpPr>
      <dsp:spPr>
        <a:xfrm>
          <a:off x="0" y="3988576"/>
          <a:ext cx="6474045" cy="7948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5551" tIns="60960" rIns="341376" bIns="60960" numCol="1" spcCol="1270" anchor="t" anchorCtr="0">
          <a:noAutofit/>
        </a:bodyPr>
        <a:lstStyle/>
        <a:p>
          <a:pPr marL="285750" lvl="1" indent="-285750" algn="l" defTabSz="1644650">
            <a:lnSpc>
              <a:spcPct val="90000"/>
            </a:lnSpc>
            <a:spcBef>
              <a:spcPct val="0"/>
            </a:spcBef>
            <a:spcAft>
              <a:spcPct val="20000"/>
            </a:spcAft>
            <a:buChar char="•"/>
          </a:pPr>
          <a:r>
            <a:rPr lang="en-US" sz="3700" b="0" i="0" kern="1200"/>
            <a:t>Laparoscope design phase</a:t>
          </a:r>
          <a:endParaRPr lang="en-US" sz="3700" kern="1200"/>
        </a:p>
      </dsp:txBody>
      <dsp:txXfrm>
        <a:off x="0" y="3988576"/>
        <a:ext cx="6474045" cy="79488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1920" max="1920" units="cm"/>
          <inkml:channel name="Y" type="integer" max="1080" units="cm"/>
          <inkml:channel name="T" type="integer" max="2.14748E9" units="dev"/>
        </inkml:traceFormat>
        <inkml:channelProperties>
          <inkml:channelProperty channel="X" name="resolution" value="111.62791" units="1/cm"/>
          <inkml:channelProperty channel="Y" name="resolution" value="55.6701" units="1/cm"/>
          <inkml:channelProperty channel="T" name="resolution" value="1" units="1/dev"/>
        </inkml:channelProperties>
      </inkml:inkSource>
      <inkml:timestamp xml:id="ts0" timeString="2026-04-23T12:10:35.001"/>
    </inkml:context>
    <inkml:brush xml:id="br0">
      <inkml:brushProperty name="width" value="0.05292" units="cm"/>
      <inkml:brushProperty name="height" value="0.05292" units="cm"/>
      <inkml:brushProperty name="color" value="#FF0000"/>
    </inkml:brush>
  </inkml:definitions>
  <inkml:trace contextRef="#ctx0" brushRef="#br0">12541 6958 0</inkml:trace>
  <inkml:trace contextRef="#ctx0" brushRef="#br0" timeOffset="-174641">3785 7482 0</inkml:trace>
</inkml:ink>
</file>

<file path=ppt/ink/ink2.xml><?xml version="1.0" encoding="utf-8"?>
<inkml:ink xmlns:inkml="http://www.w3.org/2003/InkML">
  <inkml:definitions>
    <inkml:context xml:id="ctx0">
      <inkml:inkSource xml:id="inkSrc0">
        <inkml:traceFormat>
          <inkml:channel name="X" type="integer" min="-1920" max="1920" units="cm"/>
          <inkml:channel name="Y" type="integer" max="1080" units="cm"/>
          <inkml:channel name="T" type="integer" max="2.14748E9" units="dev"/>
        </inkml:traceFormat>
        <inkml:channelProperties>
          <inkml:channelProperty channel="X" name="resolution" value="111.62791" units="1/cm"/>
          <inkml:channelProperty channel="Y" name="resolution" value="55.6701" units="1/cm"/>
          <inkml:channelProperty channel="T" name="resolution" value="1" units="1/dev"/>
        </inkml:channelProperties>
      </inkml:inkSource>
      <inkml:timestamp xml:id="ts0" timeString="2026-04-23T12:13:43.186"/>
    </inkml:context>
    <inkml:brush xml:id="br0">
      <inkml:brushProperty name="width" value="0.05292" units="cm"/>
      <inkml:brushProperty name="height" value="0.05292" units="cm"/>
      <inkml:brushProperty name="color" value="#FF0000"/>
    </inkml:brush>
  </inkml:definitions>
  <inkml:trace contextRef="#ctx0" brushRef="#br0">13011 6047 0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BD69B49-EEFB-4B49-ACAD-82B53A8DDF70}" type="datetimeFigureOut">
              <a:rPr lang="en-US" smtClean="0"/>
              <a:t>4/23/2026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BF6EFC-B03E-874C-9CD9-41B66C8AE1E7}" type="slidenum">
              <a:rPr lang="en-US" smtClean="0"/>
              <a:t>‹#›</a:t>
            </a:fld>
            <a:endParaRPr lang="en-US"/>
          </a:p>
        </p:txBody>
      </p:sp>
    </p:spTree>
    <p:extLst>
      <p:ext uri="{BB962C8B-B14F-4D97-AF65-F5344CB8AC3E}">
        <p14:creationId xmlns:p14="http://schemas.microsoft.com/office/powerpoint/2010/main" val="724995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solidFill>
                  <a:srgbClr val="000000"/>
                </a:solidFill>
                <a:latin typeface="Raleway" panose="020B0003030101060003" pitchFamily="34" charset="0"/>
              </a:rPr>
              <a:t>Good afternoon, Professors and fellow students. My name is Pieter Breytenbach, and I will share the progress of my project, the Raspberry Pi Laparoscope, with you during this presentation. (14 sec)</a:t>
            </a:r>
            <a:endParaRPr lang="en-US" dirty="0"/>
          </a:p>
        </p:txBody>
      </p:sp>
      <p:sp>
        <p:nvSpPr>
          <p:cNvPr id="4" name="Slide Number Placeholder 3"/>
          <p:cNvSpPr>
            <a:spLocks noGrp="1"/>
          </p:cNvSpPr>
          <p:nvPr>
            <p:ph type="sldNum" sz="quarter" idx="5"/>
          </p:nvPr>
        </p:nvSpPr>
        <p:spPr/>
        <p:txBody>
          <a:bodyPr/>
          <a:lstStyle/>
          <a:p>
            <a:fld id="{99BF6EFC-B03E-874C-9CD9-41B66C8AE1E7}" type="slidenum">
              <a:rPr lang="en-US" smtClean="0"/>
              <a:t>1</a:t>
            </a:fld>
            <a:endParaRPr lang="en-US"/>
          </a:p>
        </p:txBody>
      </p:sp>
    </p:spTree>
    <p:extLst>
      <p:ext uri="{BB962C8B-B14F-4D97-AF65-F5344CB8AC3E}">
        <p14:creationId xmlns:p14="http://schemas.microsoft.com/office/powerpoint/2010/main" val="1692409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In this presentation I will be discussing various subjects of importance. Such as what is a laparoscope, what are the objectives and motivation for the project. The current progress of this project. The main design dimensions, selected concept and camera module for the laparoscopes. And lastly the planned steps for the rest of the project. So, let’s get into it.</a:t>
            </a:r>
          </a:p>
        </p:txBody>
      </p:sp>
      <p:sp>
        <p:nvSpPr>
          <p:cNvPr id="4" name="Slide Number Placeholder 3"/>
          <p:cNvSpPr>
            <a:spLocks noGrp="1"/>
          </p:cNvSpPr>
          <p:nvPr>
            <p:ph type="sldNum" sz="quarter" idx="5"/>
          </p:nvPr>
        </p:nvSpPr>
        <p:spPr/>
        <p:txBody>
          <a:bodyPr/>
          <a:lstStyle/>
          <a:p>
            <a:fld id="{99BF6EFC-B03E-874C-9CD9-41B66C8AE1E7}" type="slidenum">
              <a:rPr lang="en-US" smtClean="0"/>
              <a:t>2</a:t>
            </a:fld>
            <a:endParaRPr lang="en-US"/>
          </a:p>
        </p:txBody>
      </p:sp>
    </p:spTree>
    <p:extLst>
      <p:ext uri="{BB962C8B-B14F-4D97-AF65-F5344CB8AC3E}">
        <p14:creationId xmlns:p14="http://schemas.microsoft.com/office/powerpoint/2010/main" val="27851892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So, what is a laparoscope? </a:t>
            </a:r>
            <a:r>
              <a:rPr lang="en-GB" dirty="0"/>
              <a:t>Aside from being a tongue twister, the laparoscope is the instrument</a:t>
            </a:r>
            <a:r>
              <a:rPr lang="en-ZA" dirty="0"/>
              <a:t> used during laparoscopy. Laparoscopy is a surgical procedure where small incisions are made on the abdomen of a patient, through which thin rod instruments are inserted into the patient’s body. The laparoscope is a rigid endoscope camera that provides visual feedback to the surgical team by capturing real-time images from within the patient’s body. With the provided visual feedback, the surgical team can perform complex procedures from outside the patient’s body. And this project aims to build a functional low-cost laparoscope (44 sec)</a:t>
            </a:r>
          </a:p>
        </p:txBody>
      </p:sp>
      <p:sp>
        <p:nvSpPr>
          <p:cNvPr id="4" name="Slide Number Placeholder 3"/>
          <p:cNvSpPr>
            <a:spLocks noGrp="1"/>
          </p:cNvSpPr>
          <p:nvPr>
            <p:ph type="sldNum" sz="quarter" idx="5"/>
          </p:nvPr>
        </p:nvSpPr>
        <p:spPr/>
        <p:txBody>
          <a:bodyPr/>
          <a:lstStyle/>
          <a:p>
            <a:fld id="{99BF6EFC-B03E-874C-9CD9-41B66C8AE1E7}" type="slidenum">
              <a:rPr lang="en-US" smtClean="0"/>
              <a:t>3</a:t>
            </a:fld>
            <a:endParaRPr lang="en-US"/>
          </a:p>
        </p:txBody>
      </p:sp>
    </p:spTree>
    <p:extLst>
      <p:ext uri="{BB962C8B-B14F-4D97-AF65-F5344CB8AC3E}">
        <p14:creationId xmlns:p14="http://schemas.microsoft.com/office/powerpoint/2010/main" val="29206101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To achieve the aim of this project, certain objectives need to be met. First and foremost, a low-cost laparoscope should be designed, programmed, and built. The second objective is to determine the laparoscope functionality, by designing and building a testing station. This includes the testing procedures for the station. And the last objective is to test the developed product on the testing station and evaluate the product’s performance. (30 sec)</a:t>
            </a:r>
          </a:p>
        </p:txBody>
      </p:sp>
      <p:sp>
        <p:nvSpPr>
          <p:cNvPr id="4" name="Slide Number Placeholder 3"/>
          <p:cNvSpPr>
            <a:spLocks noGrp="1"/>
          </p:cNvSpPr>
          <p:nvPr>
            <p:ph type="sldNum" sz="quarter" idx="5"/>
          </p:nvPr>
        </p:nvSpPr>
        <p:spPr/>
        <p:txBody>
          <a:bodyPr/>
          <a:lstStyle/>
          <a:p>
            <a:fld id="{99BF6EFC-B03E-874C-9CD9-41B66C8AE1E7}" type="slidenum">
              <a:rPr lang="en-US" smtClean="0"/>
              <a:t>4</a:t>
            </a:fld>
            <a:endParaRPr lang="en-US"/>
          </a:p>
        </p:txBody>
      </p:sp>
    </p:spTree>
    <p:extLst>
      <p:ext uri="{BB962C8B-B14F-4D97-AF65-F5344CB8AC3E}">
        <p14:creationId xmlns:p14="http://schemas.microsoft.com/office/powerpoint/2010/main" val="34438081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There are multiple reasons why developing a low-cost laparoscope is beneficial. First and foremost, it can be used to train new surgical staff. Since laparoscopy is a complex procedure to perform, rigorous training is required, with training simulators. This low-cost laparoscope will give trainees the option to train from home if the cost is low enough.</a:t>
            </a:r>
            <a:br>
              <a:rPr lang="en-ZA" dirty="0"/>
            </a:br>
            <a:br>
              <a:rPr lang="en-ZA" dirty="0"/>
            </a:br>
            <a:r>
              <a:rPr lang="en-ZA" dirty="0"/>
              <a:t>Secondly, it can be used for testing future medical robot systems. Future robot prototypes need to be tested, and this could provide a lower financial risk in case the laparoscope is damaged, compared to actual laparoscopes.</a:t>
            </a:r>
          </a:p>
          <a:p>
            <a:endParaRPr lang="en-ZA" dirty="0"/>
          </a:p>
          <a:p>
            <a:r>
              <a:rPr lang="en-ZA" dirty="0"/>
              <a:t>And lastly, it can be used in future open days for the university, presented either by the medicine faculty or the biomedical engineering department of the mechanical and mechatronic faculty.</a:t>
            </a:r>
          </a:p>
        </p:txBody>
      </p:sp>
      <p:sp>
        <p:nvSpPr>
          <p:cNvPr id="4" name="Slide Number Placeholder 3"/>
          <p:cNvSpPr>
            <a:spLocks noGrp="1"/>
          </p:cNvSpPr>
          <p:nvPr>
            <p:ph type="sldNum" sz="quarter" idx="5"/>
          </p:nvPr>
        </p:nvSpPr>
        <p:spPr/>
        <p:txBody>
          <a:bodyPr/>
          <a:lstStyle/>
          <a:p>
            <a:fld id="{99BF6EFC-B03E-874C-9CD9-41B66C8AE1E7}" type="slidenum">
              <a:rPr lang="en-US" smtClean="0"/>
              <a:t>5</a:t>
            </a:fld>
            <a:endParaRPr lang="en-US"/>
          </a:p>
        </p:txBody>
      </p:sp>
    </p:spTree>
    <p:extLst>
      <p:ext uri="{BB962C8B-B14F-4D97-AF65-F5344CB8AC3E}">
        <p14:creationId xmlns:p14="http://schemas.microsoft.com/office/powerpoint/2010/main" val="20772782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88D33A-C0AC-401A-BE48-01BC7E92AF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D0C98D-070E-967A-FD0A-1693E3CFD5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062100-7F6A-9141-955C-92C52934EA71}"/>
              </a:ext>
            </a:extLst>
          </p:cNvPr>
          <p:cNvSpPr>
            <a:spLocks noGrp="1"/>
          </p:cNvSpPr>
          <p:nvPr>
            <p:ph type="body" idx="1"/>
          </p:nvPr>
        </p:nvSpPr>
        <p:spPr/>
        <p:txBody>
          <a:bodyPr/>
          <a:lstStyle/>
          <a:p>
            <a:r>
              <a:rPr lang="en-ZA" dirty="0"/>
              <a:t>So, to give a brief overview of the current progress of this project. The literature review and component review have been completed, as well as the procurement of the camera module for this project, which will be discussed later in the presentation. The current phase is the laparoscope design phase. Currently, the detailed design and system analysis is being conducted.</a:t>
            </a:r>
          </a:p>
        </p:txBody>
      </p:sp>
      <p:sp>
        <p:nvSpPr>
          <p:cNvPr id="4" name="Slide Number Placeholder 3">
            <a:extLst>
              <a:ext uri="{FF2B5EF4-FFF2-40B4-BE49-F238E27FC236}">
                <a16:creationId xmlns:a16="http://schemas.microsoft.com/office/drawing/2014/main" id="{C35632BA-C2F0-03A4-298F-079010FD4937}"/>
              </a:ext>
            </a:extLst>
          </p:cNvPr>
          <p:cNvSpPr>
            <a:spLocks noGrp="1"/>
          </p:cNvSpPr>
          <p:nvPr>
            <p:ph type="sldNum" sz="quarter" idx="5"/>
          </p:nvPr>
        </p:nvSpPr>
        <p:spPr/>
        <p:txBody>
          <a:bodyPr/>
          <a:lstStyle/>
          <a:p>
            <a:fld id="{99BF6EFC-B03E-874C-9CD9-41B66C8AE1E7}" type="slidenum">
              <a:rPr lang="en-US" smtClean="0"/>
              <a:t>6</a:t>
            </a:fld>
            <a:endParaRPr lang="en-US"/>
          </a:p>
        </p:txBody>
      </p:sp>
    </p:spTree>
    <p:extLst>
      <p:ext uri="{BB962C8B-B14F-4D97-AF65-F5344CB8AC3E}">
        <p14:creationId xmlns:p14="http://schemas.microsoft.com/office/powerpoint/2010/main" val="20084053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39CDF-B8F2-01F8-1892-6FC721D713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9344D0-FEDA-EB44-DA7C-8757F112FC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229DBE-F740-4FFF-1D80-188B79053FB1}"/>
              </a:ext>
            </a:extLst>
          </p:cNvPr>
          <p:cNvSpPr>
            <a:spLocks noGrp="1"/>
          </p:cNvSpPr>
          <p:nvPr>
            <p:ph type="body" idx="1"/>
          </p:nvPr>
        </p:nvSpPr>
        <p:spPr/>
        <p:txBody>
          <a:bodyPr/>
          <a:lstStyle/>
          <a:p>
            <a:r>
              <a:rPr lang="en-ZA" dirty="0"/>
              <a:t>The main design problem for this laparoscope is these 2 dimensions. The laparoscope should fit within a 10 diameter hole, as well as have a viewing angle of 30 degrees. The viewing angle is the angle between the laparoscope’s axial axis and the camera’s optical axis. As you can see in the picture. It is a common practice for laparoscopes to have a viewing angle of 30 degrees, since this gives surgeons more flexibility in what they can see within the patient’s body.</a:t>
            </a:r>
          </a:p>
        </p:txBody>
      </p:sp>
      <p:sp>
        <p:nvSpPr>
          <p:cNvPr id="4" name="Slide Number Placeholder 3">
            <a:extLst>
              <a:ext uri="{FF2B5EF4-FFF2-40B4-BE49-F238E27FC236}">
                <a16:creationId xmlns:a16="http://schemas.microsoft.com/office/drawing/2014/main" id="{3B6D7FCC-4A33-D52F-03F4-C3388BDADDC3}"/>
              </a:ext>
            </a:extLst>
          </p:cNvPr>
          <p:cNvSpPr>
            <a:spLocks noGrp="1"/>
          </p:cNvSpPr>
          <p:nvPr>
            <p:ph type="sldNum" sz="quarter" idx="5"/>
          </p:nvPr>
        </p:nvSpPr>
        <p:spPr/>
        <p:txBody>
          <a:bodyPr/>
          <a:lstStyle/>
          <a:p>
            <a:fld id="{99BF6EFC-B03E-874C-9CD9-41B66C8AE1E7}" type="slidenum">
              <a:rPr lang="en-US" smtClean="0"/>
              <a:t>7</a:t>
            </a:fld>
            <a:endParaRPr lang="en-US"/>
          </a:p>
        </p:txBody>
      </p:sp>
    </p:spTree>
    <p:extLst>
      <p:ext uri="{BB962C8B-B14F-4D97-AF65-F5344CB8AC3E}">
        <p14:creationId xmlns:p14="http://schemas.microsoft.com/office/powerpoint/2010/main" val="36059825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The selected concept for this project was the tilted camera concept. This design was selected due to its streamlined profile, which will prevent the laparoscope from being turned into a patient organ. It is also the standard industry approach. The main difference is that, instead of a Xenon light source that provides light through a fibre optics cable, an LED light source will be used.</a:t>
            </a:r>
            <a:br>
              <a:rPr lang="en-ZA" dirty="0"/>
            </a:br>
            <a:br>
              <a:rPr lang="en-ZA" dirty="0"/>
            </a:br>
            <a:endParaRPr lang="en-ZA" dirty="0"/>
          </a:p>
        </p:txBody>
      </p:sp>
      <p:sp>
        <p:nvSpPr>
          <p:cNvPr id="4" name="Slide Number Placeholder 3"/>
          <p:cNvSpPr>
            <a:spLocks noGrp="1"/>
          </p:cNvSpPr>
          <p:nvPr>
            <p:ph type="sldNum" sz="quarter" idx="5"/>
          </p:nvPr>
        </p:nvSpPr>
        <p:spPr/>
        <p:txBody>
          <a:bodyPr/>
          <a:lstStyle/>
          <a:p>
            <a:fld id="{99BF6EFC-B03E-874C-9CD9-41B66C8AE1E7}" type="slidenum">
              <a:rPr lang="en-US" smtClean="0"/>
              <a:t>8</a:t>
            </a:fld>
            <a:endParaRPr lang="en-US"/>
          </a:p>
        </p:txBody>
      </p:sp>
    </p:spTree>
    <p:extLst>
      <p:ext uri="{BB962C8B-B14F-4D97-AF65-F5344CB8AC3E}">
        <p14:creationId xmlns:p14="http://schemas.microsoft.com/office/powerpoint/2010/main" val="23369377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As for camera modules that will be used for this project, there are 2 viable options. The first is a product from the company Vision Meta, located in China, that provides a 1 MP endoscope camera, which has an outer diameter of 3 mm and a field of view of 90 degrees. This product, which will be used for this project and has been ordered, is currently in the process of being shipped to the university.</a:t>
            </a:r>
          </a:p>
          <a:p>
            <a:endParaRPr lang="en-ZA" dirty="0"/>
          </a:p>
          <a:p>
            <a:r>
              <a:rPr lang="en-ZA" dirty="0"/>
              <a:t>The second product is the DF robot endoscope, which is supplied by Micro Robotics.  This camera module has an outer diameter of 8 mm, a field of view of 70 degrees, and an image resolution of 1 MP. This product will only be used if the vision meta product arrives too late for this project. If it were to be used, then the module would need to be modified to achieve a viewing angle of 30 degrees.</a:t>
            </a:r>
          </a:p>
        </p:txBody>
      </p:sp>
      <p:sp>
        <p:nvSpPr>
          <p:cNvPr id="4" name="Slide Number Placeholder 3"/>
          <p:cNvSpPr>
            <a:spLocks noGrp="1"/>
          </p:cNvSpPr>
          <p:nvPr>
            <p:ph type="sldNum" sz="quarter" idx="5"/>
          </p:nvPr>
        </p:nvSpPr>
        <p:spPr/>
        <p:txBody>
          <a:bodyPr/>
          <a:lstStyle/>
          <a:p>
            <a:fld id="{99BF6EFC-B03E-874C-9CD9-41B66C8AE1E7}" type="slidenum">
              <a:rPr lang="en-US" smtClean="0"/>
              <a:t>9</a:t>
            </a:fld>
            <a:endParaRPr lang="en-US"/>
          </a:p>
        </p:txBody>
      </p:sp>
    </p:spTree>
    <p:extLst>
      <p:ext uri="{BB962C8B-B14F-4D97-AF65-F5344CB8AC3E}">
        <p14:creationId xmlns:p14="http://schemas.microsoft.com/office/powerpoint/2010/main" val="23457053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And lastly, here is a quick overview of the planned work ahead. First activity that requires to be finished is the laparoscope design phase, which followed by the testing station design phase and building phase over the course of 2 to 3 weeks. After both laparoscope and testing station are built, the laparoscope will be tested , which will be last phase to be completed before the preliminary report hand in on the 25</a:t>
            </a:r>
            <a:r>
              <a:rPr lang="en-ZA" baseline="30000" dirty="0"/>
              <a:t>th</a:t>
            </a:r>
            <a:r>
              <a:rPr lang="en-ZA" dirty="0"/>
              <a:t> May. The documentation of the project, is an ongoing phase that will be completed before the final report hand in on the 17</a:t>
            </a:r>
            <a:r>
              <a:rPr lang="en-ZA" baseline="30000" dirty="0"/>
              <a:t>th</a:t>
            </a:r>
            <a:r>
              <a:rPr lang="en-ZA" dirty="0"/>
              <a:t> of June.</a:t>
            </a:r>
          </a:p>
        </p:txBody>
      </p:sp>
      <p:sp>
        <p:nvSpPr>
          <p:cNvPr id="4" name="Slide Number Placeholder 3"/>
          <p:cNvSpPr>
            <a:spLocks noGrp="1"/>
          </p:cNvSpPr>
          <p:nvPr>
            <p:ph type="sldNum" sz="quarter" idx="5"/>
          </p:nvPr>
        </p:nvSpPr>
        <p:spPr/>
        <p:txBody>
          <a:bodyPr/>
          <a:lstStyle/>
          <a:p>
            <a:fld id="{99BF6EFC-B03E-874C-9CD9-41B66C8AE1E7}" type="slidenum">
              <a:rPr lang="en-US" smtClean="0"/>
              <a:t>10</a:t>
            </a:fld>
            <a:endParaRPr lang="en-US"/>
          </a:p>
        </p:txBody>
      </p:sp>
    </p:spTree>
    <p:extLst>
      <p:ext uri="{BB962C8B-B14F-4D97-AF65-F5344CB8AC3E}">
        <p14:creationId xmlns:p14="http://schemas.microsoft.com/office/powerpoint/2010/main" val="37692292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dirty="0">
                <a:solidFill>
                  <a:srgbClr val="000000"/>
                </a:solidFill>
                <a:latin typeface="Raleway" panose="020B0003030101060003" pitchFamily="34" charset="0"/>
              </a:rPr>
              <a:t>And that is all for my presentation. Is there any questions?</a:t>
            </a:r>
          </a:p>
        </p:txBody>
      </p:sp>
      <p:sp>
        <p:nvSpPr>
          <p:cNvPr id="4" name="Slide Number Placeholder 3"/>
          <p:cNvSpPr>
            <a:spLocks noGrp="1"/>
          </p:cNvSpPr>
          <p:nvPr>
            <p:ph type="sldNum" sz="quarter" idx="5"/>
          </p:nvPr>
        </p:nvSpPr>
        <p:spPr/>
        <p:txBody>
          <a:bodyPr/>
          <a:lstStyle/>
          <a:p>
            <a:fld id="{99BF6EFC-B03E-874C-9CD9-41B66C8AE1E7}" type="slidenum">
              <a:rPr lang="en-US" smtClean="0"/>
              <a:t>11</a:t>
            </a:fld>
            <a:endParaRPr lang="en-US"/>
          </a:p>
        </p:txBody>
      </p:sp>
    </p:spTree>
    <p:extLst>
      <p:ext uri="{BB962C8B-B14F-4D97-AF65-F5344CB8AC3E}">
        <p14:creationId xmlns:p14="http://schemas.microsoft.com/office/powerpoint/2010/main" val="427717866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9.svg"/><Relationship Id="rId1" Type="http://schemas.openxmlformats.org/officeDocument/2006/relationships/slideMaster" Target="../slideMasters/slideMaster1.xml"/><Relationship Id="rId5" Type="http://schemas.microsoft.com/office/2007/relationships/hdphoto" Target="../media/hdphoto3.wdp"/><Relationship Id="rId4" Type="http://schemas.openxmlformats.org/officeDocument/2006/relationships/image" Target="../media/image10.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slideMaster" Target="../slideMasters/slideMaster1.xml"/><Relationship Id="rId4" Type="http://schemas.openxmlformats.org/officeDocument/2006/relationships/image" Target="../media/image13.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svg"/><Relationship Id="rId1" Type="http://schemas.openxmlformats.org/officeDocument/2006/relationships/slideMaster" Target="../slideMasters/slideMaster1.xml"/><Relationship Id="rId4" Type="http://schemas.openxmlformats.org/officeDocument/2006/relationships/image" Target="../media/image13.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9.svg"/><Relationship Id="rId1" Type="http://schemas.openxmlformats.org/officeDocument/2006/relationships/slideMaster" Target="../slideMasters/slideMaster1.xml"/><Relationship Id="rId5" Type="http://schemas.microsoft.com/office/2007/relationships/hdphoto" Target="../media/hdphoto4.wdp"/><Relationship Id="rId4" Type="http://schemas.openxmlformats.org/officeDocument/2006/relationships/image" Target="../media/image7.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Picture placeholder slide">
    <p:bg>
      <p:bgPr>
        <a:solidFill>
          <a:schemeClr val="accent1"/>
        </a:solidFill>
        <a:effectLst/>
      </p:bgPr>
    </p:bg>
    <p:spTree>
      <p:nvGrpSpPr>
        <p:cNvPr id="1" name=""/>
        <p:cNvGrpSpPr/>
        <p:nvPr/>
      </p:nvGrpSpPr>
      <p:grpSpPr>
        <a:xfrm>
          <a:off x="0" y="0"/>
          <a:ext cx="0" cy="0"/>
          <a:chOff x="0" y="0"/>
          <a:chExt cx="0" cy="0"/>
        </a:xfrm>
      </p:grpSpPr>
      <p:sp>
        <p:nvSpPr>
          <p:cNvPr id="27" name="Picture Placeholder 26">
            <a:extLst>
              <a:ext uri="{FF2B5EF4-FFF2-40B4-BE49-F238E27FC236}">
                <a16:creationId xmlns:a16="http://schemas.microsoft.com/office/drawing/2014/main" id="{A4D5691A-DF2A-B631-3356-F20E32A7232B}"/>
              </a:ext>
            </a:extLst>
          </p:cNvPr>
          <p:cNvSpPr>
            <a:spLocks noGrp="1"/>
          </p:cNvSpPr>
          <p:nvPr>
            <p:ph type="pic" sz="quarter" idx="11"/>
          </p:nvPr>
        </p:nvSpPr>
        <p:spPr>
          <a:xfrm>
            <a:off x="0" y="0"/>
            <a:ext cx="12192000" cy="6153150"/>
          </a:xfrm>
          <a:custGeom>
            <a:avLst/>
            <a:gdLst>
              <a:gd name="connsiteX0" fmla="*/ 0 w 12192000"/>
              <a:gd name="connsiteY0" fmla="*/ 0 h 6153150"/>
              <a:gd name="connsiteX1" fmla="*/ 12192000 w 12192000"/>
              <a:gd name="connsiteY1" fmla="*/ 0 h 6153150"/>
              <a:gd name="connsiteX2" fmla="*/ 12192000 w 12192000"/>
              <a:gd name="connsiteY2" fmla="*/ 2812338 h 6153150"/>
              <a:gd name="connsiteX3" fmla="*/ 12192000 w 12192000"/>
              <a:gd name="connsiteY3" fmla="*/ 4980890 h 6153150"/>
              <a:gd name="connsiteX4" fmla="*/ 12190158 w 12192000"/>
              <a:gd name="connsiteY4" fmla="*/ 5028464 h 6153150"/>
              <a:gd name="connsiteX5" fmla="*/ 11268702 w 12192000"/>
              <a:gd name="connsiteY5" fmla="*/ 6150849 h 6153150"/>
              <a:gd name="connsiteX6" fmla="*/ 11218565 w 12192000"/>
              <a:gd name="connsiteY6" fmla="*/ 6153150 h 6153150"/>
              <a:gd name="connsiteX7" fmla="*/ 732479 w 12192000"/>
              <a:gd name="connsiteY7" fmla="*/ 6153150 h 6153150"/>
              <a:gd name="connsiteX8" fmla="*/ 0 w 12192000"/>
              <a:gd name="connsiteY8" fmla="*/ 6152812 h 6153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6153150">
                <a:moveTo>
                  <a:pt x="0" y="0"/>
                </a:moveTo>
                <a:lnTo>
                  <a:pt x="12192000" y="0"/>
                </a:lnTo>
                <a:lnTo>
                  <a:pt x="12192000" y="2812338"/>
                </a:lnTo>
                <a:lnTo>
                  <a:pt x="12192000" y="4980890"/>
                </a:lnTo>
                <a:lnTo>
                  <a:pt x="12190158" y="5028464"/>
                </a:lnTo>
                <a:cubicBezTo>
                  <a:pt x="12139394" y="5640573"/>
                  <a:pt x="11907055" y="6089798"/>
                  <a:pt x="11268702" y="6150849"/>
                </a:cubicBezTo>
                <a:lnTo>
                  <a:pt x="11218565" y="6153150"/>
                </a:lnTo>
                <a:lnTo>
                  <a:pt x="732479" y="6153150"/>
                </a:lnTo>
                <a:lnTo>
                  <a:pt x="0" y="6152812"/>
                </a:lnTo>
                <a:close/>
              </a:path>
            </a:pathLst>
          </a:custGeom>
          <a:solidFill>
            <a:schemeClr val="bg1"/>
          </a:solidFill>
          <a:ln>
            <a:noFill/>
          </a:ln>
        </p:spPr>
        <p:txBody>
          <a:bodyPr wrap="square">
            <a:noAutofit/>
          </a:bodyPr>
          <a:lstStyle/>
          <a:p>
            <a:endParaRPr lang="en-US"/>
          </a:p>
        </p:txBody>
      </p:sp>
      <p:pic>
        <p:nvPicPr>
          <p:cNvPr id="15" name="Graphic 14" hidden="1">
            <a:extLst>
              <a:ext uri="{FF2B5EF4-FFF2-40B4-BE49-F238E27FC236}">
                <a16:creationId xmlns:a16="http://schemas.microsoft.com/office/drawing/2014/main" id="{A2218D35-116E-8153-354A-A6E99E13150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387477" y="-214184"/>
            <a:ext cx="2066165" cy="3790815"/>
          </a:xfrm>
          <a:prstGeom prst="rect">
            <a:avLst/>
          </a:prstGeom>
        </p:spPr>
      </p:pic>
      <p:pic>
        <p:nvPicPr>
          <p:cNvPr id="17" name="Picture 16" descr="Graphical user interface&#10;&#10;Description automatically generated with medium confidence" hidden="1">
            <a:extLst>
              <a:ext uri="{FF2B5EF4-FFF2-40B4-BE49-F238E27FC236}">
                <a16:creationId xmlns:a16="http://schemas.microsoft.com/office/drawing/2014/main" id="{9132A00F-2C35-A6C6-E1AB-2CC368060568}"/>
              </a:ext>
            </a:extLst>
          </p:cNvPr>
          <p:cNvPicPr>
            <a:picLocks noChangeAspect="1"/>
          </p:cNvPicPr>
          <p:nvPr userDrawn="1"/>
        </p:nvPicPr>
        <p:blipFill>
          <a:blip r:embed="rId3">
            <a:alphaModFix amt="27000"/>
          </a:blip>
          <a:stretch>
            <a:fillRect/>
          </a:stretch>
        </p:blipFill>
        <p:spPr>
          <a:xfrm>
            <a:off x="-8170" y="0"/>
            <a:ext cx="12200170" cy="6879223"/>
          </a:xfrm>
          <a:prstGeom prst="rect">
            <a:avLst/>
          </a:prstGeom>
        </p:spPr>
      </p:pic>
      <p:sp>
        <p:nvSpPr>
          <p:cNvPr id="2" name="Title">
            <a:extLst>
              <a:ext uri="{FF2B5EF4-FFF2-40B4-BE49-F238E27FC236}">
                <a16:creationId xmlns:a16="http://schemas.microsoft.com/office/drawing/2014/main" id="{9CD36E32-2A40-D24A-8390-E02F52844704}"/>
              </a:ext>
            </a:extLst>
          </p:cNvPr>
          <p:cNvSpPr>
            <a:spLocks noGrp="1"/>
          </p:cNvSpPr>
          <p:nvPr>
            <p:ph type="title" hasCustomPrompt="1"/>
          </p:nvPr>
        </p:nvSpPr>
        <p:spPr>
          <a:xfrm>
            <a:off x="340242" y="3429000"/>
            <a:ext cx="8917172" cy="1456087"/>
          </a:xfrm>
          <a:prstGeom prst="rect">
            <a:avLst/>
          </a:prstGeom>
        </p:spPr>
        <p:txBody>
          <a:bodyPr anchor="ctr"/>
          <a:lstStyle>
            <a:lvl1pPr>
              <a:defRPr>
                <a:solidFill>
                  <a:schemeClr val="bg1"/>
                </a:solidFill>
              </a:defRPr>
            </a:lvl1pPr>
          </a:lstStyle>
          <a:p>
            <a:r>
              <a:rPr lang="en-GB" dirty="0"/>
              <a:t>CLICK TO EDIT TITLE</a:t>
            </a:r>
            <a:endParaRPr lang="en-US" dirty="0"/>
          </a:p>
        </p:txBody>
      </p:sp>
    </p:spTree>
    <p:extLst>
      <p:ext uri="{BB962C8B-B14F-4D97-AF65-F5344CB8AC3E}">
        <p14:creationId xmlns:p14="http://schemas.microsoft.com/office/powerpoint/2010/main" val="36625638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olid maroon background slide">
    <p:bg>
      <p:bgPr>
        <a:solidFill>
          <a:schemeClr val="accent1"/>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EFBB9BB2-B12A-6B43-D83C-0CF7C739890E}"/>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0004928" y="7654"/>
            <a:ext cx="2187072" cy="6866389"/>
          </a:xfrm>
          <a:prstGeom prst="rect">
            <a:avLst/>
          </a:prstGeom>
        </p:spPr>
      </p:pic>
      <p:sp>
        <p:nvSpPr>
          <p:cNvPr id="4" name="Title">
            <a:extLst>
              <a:ext uri="{FF2B5EF4-FFF2-40B4-BE49-F238E27FC236}">
                <a16:creationId xmlns:a16="http://schemas.microsoft.com/office/drawing/2014/main" id="{E75E6900-34EA-B252-FDC5-6373F9E1006C}"/>
              </a:ext>
            </a:extLst>
          </p:cNvPr>
          <p:cNvSpPr>
            <a:spLocks noGrp="1"/>
          </p:cNvSpPr>
          <p:nvPr>
            <p:ph type="title" hasCustomPrompt="1"/>
          </p:nvPr>
        </p:nvSpPr>
        <p:spPr>
          <a:xfrm>
            <a:off x="340242" y="3429000"/>
            <a:ext cx="8917172" cy="1456087"/>
          </a:xfrm>
          <a:prstGeom prst="rect">
            <a:avLst/>
          </a:prstGeom>
        </p:spPr>
        <p:txBody>
          <a:bodyPr anchor="ctr"/>
          <a:lstStyle>
            <a:lvl1pPr>
              <a:defRPr>
                <a:solidFill>
                  <a:schemeClr val="bg1"/>
                </a:solidFill>
              </a:defRPr>
            </a:lvl1pPr>
          </a:lstStyle>
          <a:p>
            <a:r>
              <a:rPr lang="en-GB" dirty="0"/>
              <a:t>CLICK TO EDIT TITLE</a:t>
            </a:r>
            <a:endParaRPr lang="en-US" dirty="0"/>
          </a:p>
        </p:txBody>
      </p:sp>
      <p:pic>
        <p:nvPicPr>
          <p:cNvPr id="6" name="Graphic 5">
            <a:extLst>
              <a:ext uri="{FF2B5EF4-FFF2-40B4-BE49-F238E27FC236}">
                <a16:creationId xmlns:a16="http://schemas.microsoft.com/office/drawing/2014/main" id="{29BC7BE7-92CB-84E6-6352-F8D05593BDF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0" y="1"/>
            <a:ext cx="3329614" cy="1800000"/>
          </a:xfrm>
          <a:prstGeom prst="rect">
            <a:avLst/>
          </a:prstGeom>
        </p:spPr>
      </p:pic>
    </p:spTree>
    <p:extLst>
      <p:ext uri="{BB962C8B-B14F-4D97-AF65-F5344CB8AC3E}">
        <p14:creationId xmlns:p14="http://schemas.microsoft.com/office/powerpoint/2010/main" val="8531206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on white bg">
    <p:spTree>
      <p:nvGrpSpPr>
        <p:cNvPr id="1" name=""/>
        <p:cNvGrpSpPr/>
        <p:nvPr/>
      </p:nvGrpSpPr>
      <p:grpSpPr>
        <a:xfrm>
          <a:off x="0" y="0"/>
          <a:ext cx="0" cy="0"/>
          <a:chOff x="0" y="0"/>
          <a:chExt cx="0" cy="0"/>
        </a:xfrm>
      </p:grpSpPr>
      <p:sp>
        <p:nvSpPr>
          <p:cNvPr id="10" name="Content Placeholder ">
            <a:extLst>
              <a:ext uri="{FF2B5EF4-FFF2-40B4-BE49-F238E27FC236}">
                <a16:creationId xmlns:a16="http://schemas.microsoft.com/office/drawing/2014/main" id="{1E5D113C-3036-C842-BC1F-5B0180C05F49}"/>
              </a:ext>
            </a:extLst>
          </p:cNvPr>
          <p:cNvSpPr>
            <a:spLocks noGrp="1"/>
          </p:cNvSpPr>
          <p:nvPr>
            <p:ph idx="1" hasCustomPrompt="1"/>
          </p:nvPr>
        </p:nvSpPr>
        <p:spPr>
          <a:xfrm>
            <a:off x="347907" y="1707775"/>
            <a:ext cx="11489673" cy="4785173"/>
          </a:xfrm>
        </p:spPr>
        <p:txBody>
          <a:bodyPr>
            <a:normAutofit lnSpcReduction="10000"/>
          </a:bodyPr>
          <a:lstStyle/>
          <a:p>
            <a:r>
              <a:rPr lang="en-GB" dirty="0"/>
              <a:t>Content placeholder</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347907" y="266387"/>
            <a:ext cx="8903670"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1773108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on white bg with pattern">
    <p:bg>
      <p:bgPr>
        <a:solidFill>
          <a:schemeClr val="bg1"/>
        </a:solidFill>
        <a:effectLst/>
      </p:bgPr>
    </p:bg>
    <p:spTree>
      <p:nvGrpSpPr>
        <p:cNvPr id="1" name=""/>
        <p:cNvGrpSpPr/>
        <p:nvPr/>
      </p:nvGrpSpPr>
      <p:grpSpPr>
        <a:xfrm>
          <a:off x="0" y="0"/>
          <a:ext cx="0" cy="0"/>
          <a:chOff x="0" y="0"/>
          <a:chExt cx="0" cy="0"/>
        </a:xfrm>
      </p:grpSpPr>
      <p:pic>
        <p:nvPicPr>
          <p:cNvPr id="9" name="Pattern">
            <a:extLst>
              <a:ext uri="{FF2B5EF4-FFF2-40B4-BE49-F238E27FC236}">
                <a16:creationId xmlns:a16="http://schemas.microsoft.com/office/drawing/2014/main" id="{92A5C720-0429-4541-B977-B6E1AE463E85}"/>
              </a:ext>
            </a:extLst>
          </p:cNvPr>
          <p:cNvPicPr>
            <a:picLocks noChangeAspect="1"/>
          </p:cNvPicPr>
          <p:nvPr userDrawn="1"/>
        </p:nvPicPr>
        <p:blipFill rotWithShape="1">
          <a:blip r:embed="rId2" cstate="screen">
            <a:duotone>
              <a:schemeClr val="accent2">
                <a:shade val="45000"/>
                <a:satMod val="135000"/>
              </a:schemeClr>
              <a:prstClr val="white"/>
            </a:duotone>
            <a:alphaModFix amt="40000"/>
            <a:extLst>
              <a:ext uri="{BEBA8EAE-BF5A-486C-A8C5-ECC9F3942E4B}">
                <a14:imgProps xmlns:a14="http://schemas.microsoft.com/office/drawing/2010/main">
                  <a14:imgLayer r:embed="rId3">
                    <a14:imgEffect>
                      <a14:sharpenSoften amount="50000"/>
                    </a14:imgEffect>
                    <a14:imgEffect>
                      <a14:colorTemperature colorTemp="11500"/>
                    </a14:imgEffect>
                    <a14:imgEffect>
                      <a14:saturation sat="400000"/>
                    </a14:imgEffect>
                  </a14:imgLayer>
                </a14:imgProps>
              </a:ext>
              <a:ext uri="{28A0092B-C50C-407E-A947-70E740481C1C}">
                <a14:useLocalDpi xmlns:a14="http://schemas.microsoft.com/office/drawing/2010/main"/>
              </a:ext>
            </a:extLst>
          </a:blip>
          <a:srcRect/>
          <a:stretch/>
        </p:blipFill>
        <p:spPr>
          <a:xfrm>
            <a:off x="1379" y="1417674"/>
            <a:ext cx="12190620" cy="5180748"/>
          </a:xfrm>
          <a:prstGeom prst="rect">
            <a:avLst/>
          </a:prstGeom>
        </p:spPr>
      </p:pic>
      <p:sp>
        <p:nvSpPr>
          <p:cNvPr id="4" name="Content Placeholder ">
            <a:extLst>
              <a:ext uri="{FF2B5EF4-FFF2-40B4-BE49-F238E27FC236}">
                <a16:creationId xmlns:a16="http://schemas.microsoft.com/office/drawing/2014/main" id="{4A0A04E6-82A6-6342-BC69-1852DDFBABAB}"/>
              </a:ext>
            </a:extLst>
          </p:cNvPr>
          <p:cNvSpPr>
            <a:spLocks noGrp="1"/>
          </p:cNvSpPr>
          <p:nvPr>
            <p:ph idx="1" hasCustomPrompt="1"/>
          </p:nvPr>
        </p:nvSpPr>
        <p:spPr>
          <a:xfrm>
            <a:off x="347329" y="1701053"/>
            <a:ext cx="11506253" cy="4793876"/>
          </a:xfrm>
        </p:spPr>
        <p:txBody>
          <a:bodyPr>
            <a:normAutofit lnSpcReduction="10000"/>
          </a:bodyPr>
          <a:lstStyle/>
          <a:p>
            <a:r>
              <a:rPr lang="en-GB" dirty="0"/>
              <a:t>Content placeholder</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347329" y="266387"/>
            <a:ext cx="8902997"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1273491340"/>
      </p:ext>
    </p:extLst>
  </p:cSld>
  <p:clrMapOvr>
    <a:masterClrMapping/>
  </p:clrMapOvr>
  <p:extLst>
    <p:ext uri="{DCECCB84-F9BA-43D5-87BE-67443E8EF086}">
      <p15:sldGuideLst xmlns:p15="http://schemas.microsoft.com/office/powerpoint/2012/main">
        <p15:guide id="1" orient="horz" pos="845" userDrawn="1">
          <p15:clr>
            <a:srgbClr val="FBAE40"/>
          </p15:clr>
        </p15:guide>
        <p15:guide id="2" orient="horz" pos="867"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ub-heading and content on white bg with pattern panel">
    <p:spTree>
      <p:nvGrpSpPr>
        <p:cNvPr id="1" name=""/>
        <p:cNvGrpSpPr/>
        <p:nvPr/>
      </p:nvGrpSpPr>
      <p:grpSpPr>
        <a:xfrm>
          <a:off x="0" y="0"/>
          <a:ext cx="0" cy="0"/>
          <a:chOff x="0" y="0"/>
          <a:chExt cx="0" cy="0"/>
        </a:xfrm>
      </p:grpSpPr>
      <p:pic>
        <p:nvPicPr>
          <p:cNvPr id="11" name="Pattern">
            <a:extLst>
              <a:ext uri="{FF2B5EF4-FFF2-40B4-BE49-F238E27FC236}">
                <a16:creationId xmlns:a16="http://schemas.microsoft.com/office/drawing/2014/main" id="{4232ACA5-F913-4C40-9156-9574AC847B0D}"/>
              </a:ext>
            </a:extLst>
          </p:cNvPr>
          <p:cNvPicPr>
            <a:picLocks noChangeAspect="1"/>
          </p:cNvPicPr>
          <p:nvPr userDrawn="1"/>
        </p:nvPicPr>
        <p:blipFill rotWithShape="1">
          <a:blip r:embed="rId2" cstate="screen">
            <a:duotone>
              <a:schemeClr val="accent2">
                <a:shade val="45000"/>
                <a:satMod val="135000"/>
              </a:schemeClr>
              <a:prstClr val="white"/>
            </a:duotone>
            <a:alphaModFix amt="40000"/>
            <a:extLst>
              <a:ext uri="{BEBA8EAE-BF5A-486C-A8C5-ECC9F3942E4B}">
                <a14:imgProps xmlns:a14="http://schemas.microsoft.com/office/drawing/2010/main">
                  <a14:imgLayer r:embed="rId3">
                    <a14:imgEffect>
                      <a14:sharpenSoften amount="50000"/>
                    </a14:imgEffect>
                    <a14:imgEffect>
                      <a14:colorTemperature colorTemp="11500"/>
                    </a14:imgEffect>
                    <a14:imgEffect>
                      <a14:saturation sat="400000"/>
                    </a14:imgEffect>
                  </a14:imgLayer>
                </a14:imgProps>
              </a:ext>
              <a:ext uri="{28A0092B-C50C-407E-A947-70E740481C1C}">
                <a14:useLocalDpi xmlns:a14="http://schemas.microsoft.com/office/drawing/2010/main"/>
              </a:ext>
            </a:extLst>
          </a:blip>
          <a:srcRect/>
          <a:stretch/>
        </p:blipFill>
        <p:spPr>
          <a:xfrm>
            <a:off x="1379" y="1417790"/>
            <a:ext cx="4041984" cy="5180631"/>
          </a:xfrm>
          <a:prstGeom prst="rect">
            <a:avLst/>
          </a:prstGeom>
        </p:spPr>
      </p:pic>
      <p:sp>
        <p:nvSpPr>
          <p:cNvPr id="13" name="Content Placeholder ">
            <a:extLst>
              <a:ext uri="{FF2B5EF4-FFF2-40B4-BE49-F238E27FC236}">
                <a16:creationId xmlns:a16="http://schemas.microsoft.com/office/drawing/2014/main" id="{297102B3-ABBC-8342-9686-98DDA2B5DFAF}"/>
              </a:ext>
            </a:extLst>
          </p:cNvPr>
          <p:cNvSpPr>
            <a:spLocks noGrp="1"/>
          </p:cNvSpPr>
          <p:nvPr>
            <p:ph idx="1" hasCustomPrompt="1"/>
          </p:nvPr>
        </p:nvSpPr>
        <p:spPr>
          <a:xfrm>
            <a:off x="4298506" y="1701053"/>
            <a:ext cx="7553252" cy="4797183"/>
          </a:xfrm>
        </p:spPr>
        <p:txBody>
          <a:bodyPr>
            <a:normAutofit lnSpcReduction="10000"/>
          </a:bodyPr>
          <a:lstStyle/>
          <a:p>
            <a:r>
              <a:rPr lang="en-GB" dirty="0"/>
              <a:t>Content placeholder</a:t>
            </a:r>
          </a:p>
        </p:txBody>
      </p:sp>
      <p:sp>
        <p:nvSpPr>
          <p:cNvPr id="14" name="Sub-heading">
            <a:extLst>
              <a:ext uri="{FF2B5EF4-FFF2-40B4-BE49-F238E27FC236}">
                <a16:creationId xmlns:a16="http://schemas.microsoft.com/office/drawing/2014/main" id="{F0A305C8-DF3E-DB45-9F64-CF839254AACB}"/>
              </a:ext>
            </a:extLst>
          </p:cNvPr>
          <p:cNvSpPr>
            <a:spLocks noGrp="1"/>
          </p:cNvSpPr>
          <p:nvPr>
            <p:ph type="body" sz="quarter" idx="10" hasCustomPrompt="1"/>
          </p:nvPr>
        </p:nvSpPr>
        <p:spPr>
          <a:xfrm>
            <a:off x="340242" y="1701053"/>
            <a:ext cx="3703121" cy="4797183"/>
          </a:xfrm>
        </p:spPr>
        <p:txBody>
          <a:bodyPr anchor="t">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1" i="0" kern="1200" dirty="0">
                <a:solidFill>
                  <a:schemeClr val="tx1"/>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340242" y="265295"/>
            <a:ext cx="8910084" cy="1019176"/>
          </a:xfrm>
          <a:prstGeom prst="rect">
            <a:avLst/>
          </a:prstGeom>
        </p:spPr>
        <p:txBody>
          <a:bodyPr/>
          <a:lstStyle>
            <a:lvl1pPr>
              <a:defRPr>
                <a:solidFill>
                  <a:schemeClr val="accent1"/>
                </a:solidFill>
              </a:defRPr>
            </a:lvl1pPr>
          </a:lstStyle>
          <a:p>
            <a:r>
              <a:rPr lang="en-GB" dirty="0"/>
              <a:t>CLICK TO EDIT TITLE</a:t>
            </a:r>
            <a:endParaRPr lang="en-US" dirty="0"/>
          </a:p>
        </p:txBody>
      </p:sp>
    </p:spTree>
    <p:extLst>
      <p:ext uri="{BB962C8B-B14F-4D97-AF65-F5344CB8AC3E}">
        <p14:creationId xmlns:p14="http://schemas.microsoft.com/office/powerpoint/2010/main" val="39536282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ual layout slide on white bg">
    <p:spTree>
      <p:nvGrpSpPr>
        <p:cNvPr id="1" name=""/>
        <p:cNvGrpSpPr/>
        <p:nvPr/>
      </p:nvGrpSpPr>
      <p:grpSpPr>
        <a:xfrm>
          <a:off x="0" y="0"/>
          <a:ext cx="0" cy="0"/>
          <a:chOff x="0" y="0"/>
          <a:chExt cx="0" cy="0"/>
        </a:xfrm>
      </p:grpSpPr>
      <p:sp>
        <p:nvSpPr>
          <p:cNvPr id="11" name="White Rectangle">
            <a:extLst>
              <a:ext uri="{FF2B5EF4-FFF2-40B4-BE49-F238E27FC236}">
                <a16:creationId xmlns:a16="http://schemas.microsoft.com/office/drawing/2014/main" id="{948D6589-07BC-504A-9A95-293D1FAB3969}"/>
              </a:ext>
            </a:extLst>
          </p:cNvPr>
          <p:cNvSpPr/>
          <p:nvPr userDrawn="1"/>
        </p:nvSpPr>
        <p:spPr>
          <a:xfrm>
            <a:off x="0" y="0"/>
            <a:ext cx="12192000" cy="1338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Content Placeholder  2">
            <a:extLst>
              <a:ext uri="{FF2B5EF4-FFF2-40B4-BE49-F238E27FC236}">
                <a16:creationId xmlns:a16="http://schemas.microsoft.com/office/drawing/2014/main" id="{2FCD4CF8-0C12-EA43-B791-77B95BE3B8A1}"/>
              </a:ext>
            </a:extLst>
          </p:cNvPr>
          <p:cNvSpPr>
            <a:spLocks noGrp="1"/>
          </p:cNvSpPr>
          <p:nvPr>
            <p:ph idx="12" hasCustomPrompt="1"/>
          </p:nvPr>
        </p:nvSpPr>
        <p:spPr>
          <a:xfrm>
            <a:off x="6305552" y="1701053"/>
            <a:ext cx="5546206" cy="4788936"/>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i="1">
                <a:solidFill>
                  <a:schemeClr val="tx1"/>
                </a:solidFill>
              </a:defRPr>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4" name="Title 2">
            <a:extLst>
              <a:ext uri="{FF2B5EF4-FFF2-40B4-BE49-F238E27FC236}">
                <a16:creationId xmlns:a16="http://schemas.microsoft.com/office/drawing/2014/main" id="{3A21EA00-5D4A-874F-9DE9-2C510BCA999D}"/>
              </a:ext>
            </a:extLst>
          </p:cNvPr>
          <p:cNvSpPr>
            <a:spLocks noGrp="1"/>
          </p:cNvSpPr>
          <p:nvPr>
            <p:ph type="body" sz="quarter" idx="14" hasCustomPrompt="1"/>
          </p:nvPr>
        </p:nvSpPr>
        <p:spPr>
          <a:xfrm>
            <a:off x="6305550" y="219918"/>
            <a:ext cx="5546208" cy="1019176"/>
          </a:xfrm>
        </p:spPr>
        <p:txBody>
          <a:bodyPr/>
          <a:lstStyle>
            <a:lvl1pPr marL="0" indent="0">
              <a:buFontTx/>
              <a:buNone/>
              <a:defRPr lang="en-GB" sz="3200" b="1" i="1" kern="1200" dirty="0" smtClean="0">
                <a:solidFill>
                  <a:schemeClr val="accent1"/>
                </a:solidFill>
                <a:latin typeface="Trebuchet MS" panose="020B0703020202090204" pitchFamily="34" charset="0"/>
                <a:ea typeface="+mj-ea"/>
                <a:cs typeface="+mj-cs"/>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dirty="0"/>
              <a:t>CLICK TO EDIT TITLE</a:t>
            </a:r>
          </a:p>
        </p:txBody>
      </p:sp>
      <p:sp>
        <p:nvSpPr>
          <p:cNvPr id="15" name="Content Placeholder 1">
            <a:extLst>
              <a:ext uri="{FF2B5EF4-FFF2-40B4-BE49-F238E27FC236}">
                <a16:creationId xmlns:a16="http://schemas.microsoft.com/office/drawing/2014/main" id="{711302C3-77CD-E045-AC17-217A8FF65206}"/>
              </a:ext>
            </a:extLst>
          </p:cNvPr>
          <p:cNvSpPr>
            <a:spLocks noGrp="1"/>
          </p:cNvSpPr>
          <p:nvPr>
            <p:ph idx="1" hasCustomPrompt="1"/>
          </p:nvPr>
        </p:nvSpPr>
        <p:spPr>
          <a:xfrm>
            <a:off x="340242" y="1701053"/>
            <a:ext cx="5546208" cy="4788936"/>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solidFill>
                  <a:schemeClr val="tx1"/>
                </a:solidFill>
              </a:defRPr>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17" name="Title 1">
            <a:extLst>
              <a:ext uri="{FF2B5EF4-FFF2-40B4-BE49-F238E27FC236}">
                <a16:creationId xmlns:a16="http://schemas.microsoft.com/office/drawing/2014/main" id="{AD74D22F-7C30-804B-B618-3432E30FA7B0}"/>
              </a:ext>
            </a:extLst>
          </p:cNvPr>
          <p:cNvSpPr>
            <a:spLocks noGrp="1"/>
          </p:cNvSpPr>
          <p:nvPr>
            <p:ph type="title" hasCustomPrompt="1"/>
          </p:nvPr>
        </p:nvSpPr>
        <p:spPr>
          <a:xfrm>
            <a:off x="340242" y="219918"/>
            <a:ext cx="5546209" cy="1019176"/>
          </a:xfrm>
          <a:prstGeom prst="rect">
            <a:avLst/>
          </a:prstGeom>
        </p:spPr>
        <p:txBody>
          <a:bodyPr/>
          <a:lstStyle>
            <a:lvl1pPr>
              <a:lnSpc>
                <a:spcPct val="100000"/>
              </a:lnSpc>
              <a:defRPr/>
            </a:lvl1pPr>
          </a:lstStyle>
          <a:p>
            <a:r>
              <a:rPr lang="en-GB" dirty="0"/>
              <a:t>CLICK TO EDIT TITLE</a:t>
            </a:r>
            <a:endParaRPr lang="en-US" dirty="0"/>
          </a:p>
        </p:txBody>
      </p:sp>
    </p:spTree>
    <p:extLst>
      <p:ext uri="{BB962C8B-B14F-4D97-AF65-F5344CB8AC3E}">
        <p14:creationId xmlns:p14="http://schemas.microsoft.com/office/powerpoint/2010/main" val="3661287843"/>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x columns slide on white bg">
    <p:spTree>
      <p:nvGrpSpPr>
        <p:cNvPr id="1" name=""/>
        <p:cNvGrpSpPr/>
        <p:nvPr/>
      </p:nvGrpSpPr>
      <p:grpSpPr>
        <a:xfrm>
          <a:off x="0" y="0"/>
          <a:ext cx="0" cy="0"/>
          <a:chOff x="0" y="0"/>
          <a:chExt cx="0" cy="0"/>
        </a:xfrm>
      </p:grpSpPr>
      <p:sp>
        <p:nvSpPr>
          <p:cNvPr id="19" name="White Rectangle">
            <a:extLst>
              <a:ext uri="{FF2B5EF4-FFF2-40B4-BE49-F238E27FC236}">
                <a16:creationId xmlns:a16="http://schemas.microsoft.com/office/drawing/2014/main" id="{AF7E239E-9757-3248-A127-4F42F0637408}"/>
              </a:ext>
            </a:extLst>
          </p:cNvPr>
          <p:cNvSpPr/>
          <p:nvPr userDrawn="1"/>
        </p:nvSpPr>
        <p:spPr>
          <a:xfrm>
            <a:off x="0" y="0"/>
            <a:ext cx="12192000" cy="1338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Content Placeholder 3">
            <a:extLst>
              <a:ext uri="{FF2B5EF4-FFF2-40B4-BE49-F238E27FC236}">
                <a16:creationId xmlns:a16="http://schemas.microsoft.com/office/drawing/2014/main" id="{2B59F022-8EBD-944D-810D-855A24D6A260}"/>
              </a:ext>
            </a:extLst>
          </p:cNvPr>
          <p:cNvSpPr>
            <a:spLocks noGrp="1"/>
          </p:cNvSpPr>
          <p:nvPr>
            <p:ph idx="12" hasCustomPrompt="1"/>
          </p:nvPr>
        </p:nvSpPr>
        <p:spPr>
          <a:xfrm>
            <a:off x="8253778" y="1701053"/>
            <a:ext cx="3600000" cy="4797184"/>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i="0"/>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5" name="Title 3">
            <a:extLst>
              <a:ext uri="{FF2B5EF4-FFF2-40B4-BE49-F238E27FC236}">
                <a16:creationId xmlns:a16="http://schemas.microsoft.com/office/drawing/2014/main" id="{46C5C79B-1FC7-684E-8098-DD6B7E0A0122}"/>
              </a:ext>
            </a:extLst>
          </p:cNvPr>
          <p:cNvSpPr>
            <a:spLocks noGrp="1"/>
          </p:cNvSpPr>
          <p:nvPr>
            <p:ph type="body" sz="quarter" idx="14" hasCustomPrompt="1"/>
          </p:nvPr>
        </p:nvSpPr>
        <p:spPr>
          <a:xfrm>
            <a:off x="8253778" y="216396"/>
            <a:ext cx="3600000" cy="1067301"/>
          </a:xfrm>
        </p:spPr>
        <p:txBody>
          <a:bodyPr anchor="t">
            <a:normAutofit/>
          </a:bodyPr>
          <a:lstStyle>
            <a:lvl1pPr marL="0" indent="0">
              <a:buFontTx/>
              <a:buNone/>
              <a:defRPr sz="3200" b="1" i="0">
                <a:solidFill>
                  <a:schemeClr val="accent1"/>
                </a:solidFill>
                <a:latin typeface="Trebuchet MS" panose="020B0703020202090204" pitchFamily="34" charset="0"/>
              </a:defRPr>
            </a:lvl1pPr>
            <a:lvl2pPr marL="457200" indent="0">
              <a:buFontTx/>
              <a:buNone/>
              <a:defRPr b="1" i="1">
                <a:solidFill>
                  <a:schemeClr val="accent1"/>
                </a:solidFill>
                <a:latin typeface="Trebuchet MS" panose="020B0703020202090204" pitchFamily="34" charset="0"/>
              </a:defRPr>
            </a:lvl2pPr>
            <a:lvl3pPr marL="914400" indent="0">
              <a:buFontTx/>
              <a:buNone/>
              <a:defRPr b="1" i="1">
                <a:solidFill>
                  <a:schemeClr val="accent1"/>
                </a:solidFill>
                <a:latin typeface="Trebuchet MS" panose="020B0703020202090204" pitchFamily="34" charset="0"/>
              </a:defRPr>
            </a:lvl3pPr>
            <a:lvl4pPr marL="1371600" indent="0">
              <a:buFontTx/>
              <a:buNone/>
              <a:defRPr b="1" i="1">
                <a:solidFill>
                  <a:schemeClr val="accent1"/>
                </a:solidFill>
                <a:latin typeface="Trebuchet MS" panose="020B0703020202090204" pitchFamily="34" charset="0"/>
              </a:defRPr>
            </a:lvl4pPr>
            <a:lvl5pPr marL="1828800" indent="0" algn="l">
              <a:buFontTx/>
              <a:buNone/>
              <a:defRPr sz="3200" i="1">
                <a:solidFill>
                  <a:schemeClr val="accent1"/>
                </a:solidFill>
                <a:latin typeface="Trebuchet MS" panose="020B0703020202090204" pitchFamily="34" charset="0"/>
              </a:defRPr>
            </a:lvl5pPr>
          </a:lstStyle>
          <a:p>
            <a:pPr lvl="0"/>
            <a:r>
              <a:rPr lang="en-GB" dirty="0"/>
              <a:t>CLICK TO EDIT TITLE </a:t>
            </a:r>
          </a:p>
        </p:txBody>
      </p:sp>
      <p:sp>
        <p:nvSpPr>
          <p:cNvPr id="14" name="Content Placeholder  2">
            <a:extLst>
              <a:ext uri="{FF2B5EF4-FFF2-40B4-BE49-F238E27FC236}">
                <a16:creationId xmlns:a16="http://schemas.microsoft.com/office/drawing/2014/main" id="{4BF8A05F-FD1D-CD48-A3CF-DE8AF43F6977}"/>
              </a:ext>
            </a:extLst>
          </p:cNvPr>
          <p:cNvSpPr>
            <a:spLocks noGrp="1"/>
          </p:cNvSpPr>
          <p:nvPr>
            <p:ph idx="15" hasCustomPrompt="1"/>
          </p:nvPr>
        </p:nvSpPr>
        <p:spPr>
          <a:xfrm>
            <a:off x="4297619" y="1701053"/>
            <a:ext cx="3599998" cy="4797184"/>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i="0"/>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17" name="Title 2">
            <a:extLst>
              <a:ext uri="{FF2B5EF4-FFF2-40B4-BE49-F238E27FC236}">
                <a16:creationId xmlns:a16="http://schemas.microsoft.com/office/drawing/2014/main" id="{5BE914C9-9E29-9D45-8E51-BE422FBBE2C1}"/>
              </a:ext>
            </a:extLst>
          </p:cNvPr>
          <p:cNvSpPr>
            <a:spLocks noGrp="1"/>
          </p:cNvSpPr>
          <p:nvPr>
            <p:ph type="body" sz="quarter" idx="17" hasCustomPrompt="1"/>
          </p:nvPr>
        </p:nvSpPr>
        <p:spPr>
          <a:xfrm>
            <a:off x="4297618" y="215776"/>
            <a:ext cx="3600000" cy="1060426"/>
          </a:xfrm>
        </p:spPr>
        <p:txBody>
          <a:bodyPr anchor="t">
            <a:normAutofit/>
          </a:bodyPr>
          <a:lstStyle>
            <a:lvl1pPr marL="0" indent="0">
              <a:buFontTx/>
              <a:buNone/>
              <a:defRPr sz="3200" b="1" i="0">
                <a:solidFill>
                  <a:schemeClr val="accent1"/>
                </a:solidFill>
                <a:latin typeface="Trebuchet MS" panose="020B0703020202090204" pitchFamily="34" charset="0"/>
              </a:defRPr>
            </a:lvl1pPr>
            <a:lvl2pPr marL="457200" indent="0">
              <a:buFontTx/>
              <a:buNone/>
              <a:defRPr b="1" i="1">
                <a:solidFill>
                  <a:schemeClr val="accent1"/>
                </a:solidFill>
                <a:latin typeface="Trebuchet MS" panose="020B0703020202090204" pitchFamily="34" charset="0"/>
              </a:defRPr>
            </a:lvl2pPr>
            <a:lvl3pPr marL="914400" indent="0">
              <a:buFontTx/>
              <a:buNone/>
              <a:defRPr b="1" i="1">
                <a:solidFill>
                  <a:schemeClr val="accent1"/>
                </a:solidFill>
                <a:latin typeface="Trebuchet MS" panose="020B0703020202090204" pitchFamily="34" charset="0"/>
              </a:defRPr>
            </a:lvl3pPr>
            <a:lvl4pPr marL="1371600" indent="0">
              <a:buFontTx/>
              <a:buNone/>
              <a:defRPr b="1" i="1">
                <a:solidFill>
                  <a:schemeClr val="accent1"/>
                </a:solidFill>
                <a:latin typeface="Trebuchet MS" panose="020B0703020202090204" pitchFamily="34" charset="0"/>
              </a:defRPr>
            </a:lvl4pPr>
            <a:lvl5pPr marL="1828800" indent="0" algn="l">
              <a:buFontTx/>
              <a:buNone/>
              <a:defRPr sz="3200" i="1">
                <a:solidFill>
                  <a:schemeClr val="accent1"/>
                </a:solidFill>
                <a:latin typeface="Trebuchet MS" panose="020B0703020202090204" pitchFamily="34" charset="0"/>
              </a:defRPr>
            </a:lvl5pPr>
          </a:lstStyle>
          <a:p>
            <a:pPr lvl="0"/>
            <a:r>
              <a:rPr lang="en-GB" dirty="0"/>
              <a:t>CLICK TO EDIT TITLE </a:t>
            </a:r>
          </a:p>
        </p:txBody>
      </p:sp>
      <p:sp>
        <p:nvSpPr>
          <p:cNvPr id="10" name="Content Placeholder 1">
            <a:extLst>
              <a:ext uri="{FF2B5EF4-FFF2-40B4-BE49-F238E27FC236}">
                <a16:creationId xmlns:a16="http://schemas.microsoft.com/office/drawing/2014/main" id="{1E5D113C-3036-C842-BC1F-5B0180C05F49}"/>
              </a:ext>
            </a:extLst>
          </p:cNvPr>
          <p:cNvSpPr>
            <a:spLocks noGrp="1"/>
          </p:cNvSpPr>
          <p:nvPr>
            <p:ph idx="1" hasCustomPrompt="1"/>
          </p:nvPr>
        </p:nvSpPr>
        <p:spPr>
          <a:xfrm>
            <a:off x="341458" y="1701053"/>
            <a:ext cx="3600000" cy="4797184"/>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16" name="Title 1">
            <a:extLst>
              <a:ext uri="{FF2B5EF4-FFF2-40B4-BE49-F238E27FC236}">
                <a16:creationId xmlns:a16="http://schemas.microsoft.com/office/drawing/2014/main" id="{0A2B4331-7730-C944-82F4-41B3F12BA696}"/>
              </a:ext>
            </a:extLst>
          </p:cNvPr>
          <p:cNvSpPr>
            <a:spLocks noGrp="1"/>
          </p:cNvSpPr>
          <p:nvPr>
            <p:ph type="body" sz="quarter" idx="18" hasCustomPrompt="1"/>
          </p:nvPr>
        </p:nvSpPr>
        <p:spPr>
          <a:xfrm>
            <a:off x="341458" y="215776"/>
            <a:ext cx="3600000" cy="1060426"/>
          </a:xfrm>
        </p:spPr>
        <p:txBody>
          <a:bodyPr anchor="t">
            <a:normAutofit/>
          </a:bodyPr>
          <a:lstStyle>
            <a:lvl1pPr marL="0" indent="0">
              <a:buFontTx/>
              <a:buNone/>
              <a:defRPr sz="3200" b="1" i="0">
                <a:solidFill>
                  <a:schemeClr val="accent1"/>
                </a:solidFill>
                <a:latin typeface="Trebuchet MS" panose="020B0703020202090204" pitchFamily="34" charset="0"/>
              </a:defRPr>
            </a:lvl1pPr>
            <a:lvl2pPr marL="457200" indent="0">
              <a:buFontTx/>
              <a:buNone/>
              <a:defRPr b="1" i="1">
                <a:solidFill>
                  <a:schemeClr val="accent1"/>
                </a:solidFill>
                <a:latin typeface="Trebuchet MS" panose="020B0703020202090204" pitchFamily="34" charset="0"/>
              </a:defRPr>
            </a:lvl2pPr>
            <a:lvl3pPr marL="914400" indent="0">
              <a:buFontTx/>
              <a:buNone/>
              <a:defRPr b="1" i="1">
                <a:solidFill>
                  <a:schemeClr val="accent1"/>
                </a:solidFill>
                <a:latin typeface="Trebuchet MS" panose="020B0703020202090204" pitchFamily="34" charset="0"/>
              </a:defRPr>
            </a:lvl3pPr>
            <a:lvl4pPr marL="1371600" indent="0">
              <a:buFontTx/>
              <a:buNone/>
              <a:defRPr b="1" i="1">
                <a:solidFill>
                  <a:schemeClr val="accent1"/>
                </a:solidFill>
                <a:latin typeface="Trebuchet MS" panose="020B0703020202090204" pitchFamily="34" charset="0"/>
              </a:defRPr>
            </a:lvl4pPr>
            <a:lvl5pPr marL="1828800" indent="0" algn="l">
              <a:buFontTx/>
              <a:buNone/>
              <a:defRPr sz="3200" i="1">
                <a:solidFill>
                  <a:schemeClr val="accent1"/>
                </a:solidFill>
                <a:latin typeface="Trebuchet MS" panose="020B0703020202090204" pitchFamily="34" charset="0"/>
              </a:defRPr>
            </a:lvl5pPr>
          </a:lstStyle>
          <a:p>
            <a:pPr lvl="0"/>
            <a:r>
              <a:rPr lang="en-GB" dirty="0"/>
              <a:t>CLICK TO EDIT TITLE </a:t>
            </a:r>
          </a:p>
        </p:txBody>
      </p:sp>
    </p:spTree>
    <p:extLst>
      <p:ext uri="{BB962C8B-B14F-4D97-AF65-F5344CB8AC3E}">
        <p14:creationId xmlns:p14="http://schemas.microsoft.com/office/powerpoint/2010/main" val="2055648583"/>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divider slide on white bg">
    <p:bg>
      <p:bgPr>
        <a:solidFill>
          <a:schemeClr val="bg1"/>
        </a:solidFill>
        <a:effectLst/>
      </p:bgPr>
    </p:bg>
    <p:spTree>
      <p:nvGrpSpPr>
        <p:cNvPr id="1" name=""/>
        <p:cNvGrpSpPr/>
        <p:nvPr/>
      </p:nvGrpSpPr>
      <p:grpSpPr>
        <a:xfrm>
          <a:off x="0" y="0"/>
          <a:ext cx="0" cy="0"/>
          <a:chOff x="0" y="0"/>
          <a:chExt cx="0" cy="0"/>
        </a:xfrm>
      </p:grpSpPr>
      <p:pic>
        <p:nvPicPr>
          <p:cNvPr id="9" name="Pattern Bottom">
            <a:extLst>
              <a:ext uri="{FF2B5EF4-FFF2-40B4-BE49-F238E27FC236}">
                <a16:creationId xmlns:a16="http://schemas.microsoft.com/office/drawing/2014/main" id="{7E41FF7E-0642-ED43-BF36-6F4C4C4A2BE9}"/>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15866" t="5503" r="48528" b="71220"/>
          <a:stretch/>
        </p:blipFill>
        <p:spPr>
          <a:xfrm>
            <a:off x="260606" y="4478953"/>
            <a:ext cx="4785278" cy="2148599"/>
          </a:xfrm>
          <a:prstGeom prst="rect">
            <a:avLst/>
          </a:prstGeom>
        </p:spPr>
      </p:pic>
      <p:pic>
        <p:nvPicPr>
          <p:cNvPr id="11" name="Pattern Top">
            <a:extLst>
              <a:ext uri="{FF2B5EF4-FFF2-40B4-BE49-F238E27FC236}">
                <a16:creationId xmlns:a16="http://schemas.microsoft.com/office/drawing/2014/main" id="{6124DACD-3877-F440-9547-FC58D4D8F16B}"/>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15866" t="5503" r="48528" b="71220"/>
          <a:stretch/>
        </p:blipFill>
        <p:spPr>
          <a:xfrm flipV="1">
            <a:off x="260883" y="-43952"/>
            <a:ext cx="4785278" cy="2148599"/>
          </a:xfrm>
          <a:prstGeom prst="rect">
            <a:avLst/>
          </a:prstGeom>
        </p:spPr>
      </p:pic>
      <p:sp>
        <p:nvSpPr>
          <p:cNvPr id="10" name="Content Placeholder ">
            <a:extLst>
              <a:ext uri="{FF2B5EF4-FFF2-40B4-BE49-F238E27FC236}">
                <a16:creationId xmlns:a16="http://schemas.microsoft.com/office/drawing/2014/main" id="{1E5D113C-3036-C842-BC1F-5B0180C05F49}"/>
              </a:ext>
            </a:extLst>
          </p:cNvPr>
          <p:cNvSpPr>
            <a:spLocks noGrp="1"/>
          </p:cNvSpPr>
          <p:nvPr>
            <p:ph idx="1" hasCustomPrompt="1"/>
          </p:nvPr>
        </p:nvSpPr>
        <p:spPr>
          <a:xfrm>
            <a:off x="5384800" y="1701053"/>
            <a:ext cx="6474045" cy="4786833"/>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333523" y="2162753"/>
            <a:ext cx="4639444" cy="2258171"/>
          </a:xfrm>
          <a:prstGeom prst="rect">
            <a:avLst/>
          </a:prstGeom>
        </p:spPr>
        <p:txBody>
          <a:bodyPr anchor="ctr"/>
          <a:lstStyle>
            <a:lvl1pPr>
              <a:defRPr>
                <a:solidFill>
                  <a:schemeClr val="accent1"/>
                </a:solidFill>
              </a:defRPr>
            </a:lvl1pPr>
          </a:lstStyle>
          <a:p>
            <a:r>
              <a:rPr lang="en-GB" dirty="0"/>
              <a:t>CLICK TO EDIT TITLE</a:t>
            </a:r>
            <a:endParaRPr lang="en-US" dirty="0"/>
          </a:p>
        </p:txBody>
      </p:sp>
    </p:spTree>
    <p:extLst>
      <p:ext uri="{BB962C8B-B14F-4D97-AF65-F5344CB8AC3E}">
        <p14:creationId xmlns:p14="http://schemas.microsoft.com/office/powerpoint/2010/main" val="5710113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on white bg with maroon banner bottom">
    <p:spTree>
      <p:nvGrpSpPr>
        <p:cNvPr id="1" name=""/>
        <p:cNvGrpSpPr/>
        <p:nvPr/>
      </p:nvGrpSpPr>
      <p:grpSpPr>
        <a:xfrm>
          <a:off x="0" y="0"/>
          <a:ext cx="0" cy="0"/>
          <a:chOff x="0" y="0"/>
          <a:chExt cx="0" cy="0"/>
        </a:xfrm>
      </p:grpSpPr>
      <p:pic>
        <p:nvPicPr>
          <p:cNvPr id="6" name="Maroon Banner">
            <a:extLst>
              <a:ext uri="{FF2B5EF4-FFF2-40B4-BE49-F238E27FC236}">
                <a16:creationId xmlns:a16="http://schemas.microsoft.com/office/drawing/2014/main" id="{6167D968-35CA-1DB8-1B74-50521DED38AD}"/>
              </a:ext>
            </a:extLst>
          </p:cNvPr>
          <p:cNvPicPr>
            <a:picLocks/>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9735" t="68607" r="9714" b="8720"/>
          <a:stretch/>
        </p:blipFill>
        <p:spPr>
          <a:xfrm>
            <a:off x="-7951" y="5669751"/>
            <a:ext cx="12204000" cy="1195743"/>
          </a:xfrm>
          <a:prstGeom prst="rect">
            <a:avLst/>
          </a:prstGeom>
        </p:spPr>
      </p:pic>
      <p:pic>
        <p:nvPicPr>
          <p:cNvPr id="8" name="SU Logo">
            <a:extLst>
              <a:ext uri="{FF2B5EF4-FFF2-40B4-BE49-F238E27FC236}">
                <a16:creationId xmlns:a16="http://schemas.microsoft.com/office/drawing/2014/main" id="{9A31297D-9031-1678-3B32-24C6FFF8A50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9684670" y="5669752"/>
            <a:ext cx="2160000" cy="1167700"/>
          </a:xfrm>
          <a:prstGeom prst="rect">
            <a:avLst/>
          </a:prstGeom>
        </p:spPr>
      </p:pic>
      <p:sp>
        <p:nvSpPr>
          <p:cNvPr id="10" name="Content Placeholder ">
            <a:extLst>
              <a:ext uri="{FF2B5EF4-FFF2-40B4-BE49-F238E27FC236}">
                <a16:creationId xmlns:a16="http://schemas.microsoft.com/office/drawing/2014/main" id="{1E5D113C-3036-C842-BC1F-5B0180C05F49}"/>
              </a:ext>
            </a:extLst>
          </p:cNvPr>
          <p:cNvSpPr>
            <a:spLocks noGrp="1"/>
          </p:cNvSpPr>
          <p:nvPr>
            <p:ph idx="1" hasCustomPrompt="1"/>
          </p:nvPr>
        </p:nvSpPr>
        <p:spPr>
          <a:xfrm>
            <a:off x="340241" y="1697394"/>
            <a:ext cx="11504429" cy="3781503"/>
          </a:xfrm>
        </p:spPr>
        <p:txBody>
          <a:bodyPr>
            <a:normAutofit lnSpcReduction="10000"/>
          </a:bodyPr>
          <a:lstStyle/>
          <a:p>
            <a:r>
              <a:rPr lang="en-GB" dirty="0"/>
              <a:t>Content placeholder</a:t>
            </a:r>
          </a:p>
        </p:txBody>
      </p:sp>
      <p:sp>
        <p:nvSpPr>
          <p:cNvPr id="7" name="White.Banner.Top">
            <a:extLst>
              <a:ext uri="{FF2B5EF4-FFF2-40B4-BE49-F238E27FC236}">
                <a16:creationId xmlns:a16="http://schemas.microsoft.com/office/drawing/2014/main" id="{C181FDE8-2CDE-9B53-F6F0-DC7BB4C9FF0A}"/>
              </a:ext>
            </a:extLst>
          </p:cNvPr>
          <p:cNvSpPr/>
          <p:nvPr userDrawn="1"/>
        </p:nvSpPr>
        <p:spPr>
          <a:xfrm>
            <a:off x="0" y="-1"/>
            <a:ext cx="12192000" cy="141875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349621" y="272383"/>
            <a:ext cx="11495049" cy="1019176"/>
          </a:xfrm>
          <a:prstGeom prst="rect">
            <a:avLst/>
          </a:prstGeom>
        </p:spPr>
        <p:txBody>
          <a:bodyPr/>
          <a:lstStyle>
            <a:lvl1pPr>
              <a:defRPr>
                <a:solidFill>
                  <a:schemeClr val="accent1"/>
                </a:solidFill>
              </a:defRPr>
            </a:lvl1pPr>
          </a:lstStyle>
          <a:p>
            <a:r>
              <a:rPr lang="en-GB" dirty="0"/>
              <a:t>CLICK TO EDIT TITLE</a:t>
            </a:r>
            <a:endParaRPr lang="en-US" dirty="0"/>
          </a:p>
        </p:txBody>
      </p:sp>
      <p:sp>
        <p:nvSpPr>
          <p:cNvPr id="3" name="Gold strip">
            <a:extLst>
              <a:ext uri="{FF2B5EF4-FFF2-40B4-BE49-F238E27FC236}">
                <a16:creationId xmlns:a16="http://schemas.microsoft.com/office/drawing/2014/main" id="{B7788DC2-C383-B063-CAF1-06925BC59BE4}"/>
              </a:ext>
            </a:extLst>
          </p:cNvPr>
          <p:cNvSpPr/>
          <p:nvPr userDrawn="1"/>
        </p:nvSpPr>
        <p:spPr>
          <a:xfrm>
            <a:off x="0" y="-10274"/>
            <a:ext cx="12192000" cy="216000"/>
          </a:xfrm>
          <a:prstGeom prst="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3" name="Footer">
            <a:extLst>
              <a:ext uri="{FF2B5EF4-FFF2-40B4-BE49-F238E27FC236}">
                <a16:creationId xmlns:a16="http://schemas.microsoft.com/office/drawing/2014/main" id="{1EB4AFB9-AD46-D1E1-906D-A134828DBB34}"/>
              </a:ext>
            </a:extLst>
          </p:cNvPr>
          <p:cNvSpPr txBox="1">
            <a:spLocks/>
          </p:cNvSpPr>
          <p:nvPr userDrawn="1"/>
        </p:nvSpPr>
        <p:spPr>
          <a:xfrm>
            <a:off x="515938" y="6597651"/>
            <a:ext cx="11125200" cy="266492"/>
          </a:xfrm>
          <a:prstGeom prst="rect">
            <a:avLst/>
          </a:prstGeom>
        </p:spPr>
        <p:txBody>
          <a:bodyPr anchor="t">
            <a:noAutofit/>
          </a:bodyPr>
          <a:lstStyle>
            <a:lvl1pPr marL="0" indent="0" algn="l" defTabSz="914400" rtl="0" eaLnBrk="1" latinLnBrk="0" hangingPunct="1">
              <a:lnSpc>
                <a:spcPct val="100000"/>
              </a:lnSpc>
              <a:spcBef>
                <a:spcPts val="1000"/>
              </a:spcBef>
              <a:buClr>
                <a:schemeClr val="accent2"/>
              </a:buClr>
              <a:buFontTx/>
              <a:buNone/>
              <a:defRPr lang="en-GB" sz="1000" b="1" i="0" kern="1200" dirty="0">
                <a:solidFill>
                  <a:schemeClr val="accent1"/>
                </a:solidFill>
                <a:latin typeface="Trebuchet MS" panose="020B0703020202090204" pitchFamily="34" charset="0"/>
                <a:ea typeface="+mn-ea"/>
                <a:cs typeface="Calibri Light" panose="020F0302020204030204" pitchFamily="34" charset="0"/>
              </a:defRPr>
            </a:lvl1pPr>
            <a:lvl2pPr marL="685800" indent="-228600" algn="l" defTabSz="914400" rtl="0" eaLnBrk="1" latinLnBrk="0" hangingPunct="1">
              <a:lnSpc>
                <a:spcPct val="100000"/>
              </a:lnSpc>
              <a:spcBef>
                <a:spcPts val="500"/>
              </a:spcBef>
              <a:buClr>
                <a:schemeClr val="accent2"/>
              </a:buClr>
              <a:buFont typeface="Arial" panose="020B0604020202020204" pitchFamily="34" charset="0"/>
              <a:buChar char="•"/>
              <a:defRPr sz="2200" b="0" i="0" kern="1200">
                <a:solidFill>
                  <a:schemeClr val="tx1"/>
                </a:solidFill>
                <a:latin typeface="Calibri Light" panose="020F0302020204030204" pitchFamily="34" charset="0"/>
                <a:ea typeface="+mn-ea"/>
                <a:cs typeface="Calibri Light" panose="020F0302020204030204" pitchFamily="34" charset="0"/>
              </a:defRPr>
            </a:lvl2pPr>
            <a:lvl3pPr marL="1143000" indent="-228600" algn="l" defTabSz="914400" rtl="0" eaLnBrk="1" latinLnBrk="0" hangingPunct="1">
              <a:lnSpc>
                <a:spcPct val="100000"/>
              </a:lnSpc>
              <a:spcBef>
                <a:spcPts val="500"/>
              </a:spcBef>
              <a:buClr>
                <a:schemeClr val="accent2"/>
              </a:buClr>
              <a:buFont typeface="Arial" panose="020B0604020202020204" pitchFamily="34" charset="0"/>
              <a:buChar char="•"/>
              <a:defRPr sz="2000" b="0" i="0" kern="1200">
                <a:solidFill>
                  <a:schemeClr val="tx1"/>
                </a:solidFill>
                <a:latin typeface="Calibri Light" panose="020F0302020204030204" pitchFamily="34" charset="0"/>
                <a:ea typeface="+mn-ea"/>
                <a:cs typeface="Calibri Light" panose="020F0302020204030204" pitchFamily="34" charset="0"/>
              </a:defRPr>
            </a:lvl3pPr>
            <a:lvl4pPr marL="1600200" indent="-228600" algn="l" defTabSz="914400" rtl="0" eaLnBrk="1" latinLnBrk="0" hangingPunct="1">
              <a:lnSpc>
                <a:spcPct val="100000"/>
              </a:lnSpc>
              <a:spcBef>
                <a:spcPts val="500"/>
              </a:spcBef>
              <a:buClr>
                <a:schemeClr val="accent2"/>
              </a:buClr>
              <a:buFont typeface="Arial" panose="020B0604020202020204" pitchFamily="34" charset="0"/>
              <a:buChar char="•"/>
              <a:defRPr sz="1800" b="0" i="0" kern="1200">
                <a:solidFill>
                  <a:schemeClr val="tx1"/>
                </a:solidFill>
                <a:latin typeface="Calibri Light" panose="020F0302020204030204" pitchFamily="34" charset="0"/>
                <a:ea typeface="+mn-ea"/>
                <a:cs typeface="Calibri Light" panose="020F0302020204030204" pitchFamily="34" charset="0"/>
              </a:defRPr>
            </a:lvl4pPr>
            <a:lvl5pPr marL="2057400" indent="-228600" algn="l" defTabSz="914400" rtl="0" eaLnBrk="1" latinLnBrk="0" hangingPunct="1">
              <a:lnSpc>
                <a:spcPct val="100000"/>
              </a:lnSpc>
              <a:spcBef>
                <a:spcPts val="500"/>
              </a:spcBef>
              <a:buClr>
                <a:schemeClr val="accent2"/>
              </a:buClr>
              <a:buFont typeface="Arial" panose="020B0604020202020204" pitchFamily="34" charset="0"/>
              <a:buChar char="•"/>
              <a:defRPr sz="1800" b="0" i="0" kern="1200">
                <a:solidFill>
                  <a:schemeClr val="tx1"/>
                </a:solidFill>
                <a:latin typeface="Calibri Light" panose="020F0302020204030204" pitchFamily="34" charset="0"/>
                <a:ea typeface="+mn-ea"/>
                <a:cs typeface="Calibri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endParaRPr lang="en-GB" sz="1000" b="0" i="0" dirty="0">
              <a:solidFill>
                <a:schemeClr val="bg1"/>
              </a:solidFill>
              <a:latin typeface="Trebuchet MS" panose="020B0703020202090204" pitchFamily="34" charset="0"/>
            </a:endParaRPr>
          </a:p>
        </p:txBody>
      </p:sp>
      <p:sp>
        <p:nvSpPr>
          <p:cNvPr id="15" name="Text Placeholder 14">
            <a:extLst>
              <a:ext uri="{FF2B5EF4-FFF2-40B4-BE49-F238E27FC236}">
                <a16:creationId xmlns:a16="http://schemas.microsoft.com/office/drawing/2014/main" id="{CF23EA05-838C-E5C6-2C9D-1239932B0F04}"/>
              </a:ext>
            </a:extLst>
          </p:cNvPr>
          <p:cNvSpPr>
            <a:spLocks noGrp="1"/>
          </p:cNvSpPr>
          <p:nvPr>
            <p:ph type="body" sz="quarter" idx="10" hasCustomPrompt="1"/>
          </p:nvPr>
        </p:nvSpPr>
        <p:spPr>
          <a:xfrm>
            <a:off x="347329" y="5851917"/>
            <a:ext cx="9238881" cy="803370"/>
          </a:xfrm>
        </p:spPr>
        <p:txBody>
          <a:bodyPr anchor="ctr">
            <a:noAutofit/>
          </a:bodyPr>
          <a:lstStyle>
            <a:lvl1pPr marL="0" indent="0">
              <a:buFontTx/>
              <a:buNone/>
              <a:defRPr sz="1100">
                <a:solidFill>
                  <a:schemeClr val="bg1"/>
                </a:solidFill>
              </a:defRPr>
            </a:lvl1pPr>
            <a:lvl2pPr marL="457200" indent="0">
              <a:buFontTx/>
              <a:buNone/>
              <a:defRPr sz="1100">
                <a:solidFill>
                  <a:schemeClr val="bg1"/>
                </a:solidFill>
              </a:defRPr>
            </a:lvl2pPr>
            <a:lvl3pPr marL="914400" indent="0">
              <a:buFontTx/>
              <a:buNone/>
              <a:defRPr sz="1100">
                <a:solidFill>
                  <a:schemeClr val="bg1"/>
                </a:solidFill>
              </a:defRPr>
            </a:lvl3pPr>
            <a:lvl4pPr marL="1371600" indent="0">
              <a:buFontTx/>
              <a:buNone/>
              <a:defRPr sz="1100">
                <a:solidFill>
                  <a:schemeClr val="bg1"/>
                </a:solidFill>
              </a:defRPr>
            </a:lvl4pPr>
            <a:lvl5pPr marL="1828800" indent="0">
              <a:buFontTx/>
              <a:buNone/>
              <a:defRPr sz="1100">
                <a:solidFill>
                  <a:schemeClr val="bg1"/>
                </a:solidFill>
              </a:defRPr>
            </a:lvl5pPr>
          </a:lstStyle>
          <a:p>
            <a:pPr lvl="0"/>
            <a:r>
              <a:rPr lang="en-GB" dirty="0"/>
              <a:t>Click to edit text </a:t>
            </a:r>
          </a:p>
        </p:txBody>
      </p:sp>
    </p:spTree>
    <p:extLst>
      <p:ext uri="{BB962C8B-B14F-4D97-AF65-F5344CB8AC3E}">
        <p14:creationId xmlns:p14="http://schemas.microsoft.com/office/powerpoint/2010/main" val="40430994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heading and content on white bg with maroon banner bottom">
    <p:spTree>
      <p:nvGrpSpPr>
        <p:cNvPr id="1" name=""/>
        <p:cNvGrpSpPr/>
        <p:nvPr/>
      </p:nvGrpSpPr>
      <p:grpSpPr>
        <a:xfrm>
          <a:off x="0" y="0"/>
          <a:ext cx="0" cy="0"/>
          <a:chOff x="0" y="0"/>
          <a:chExt cx="0" cy="0"/>
        </a:xfrm>
      </p:grpSpPr>
      <p:pic>
        <p:nvPicPr>
          <p:cNvPr id="6" name="Maroon Banner">
            <a:extLst>
              <a:ext uri="{FF2B5EF4-FFF2-40B4-BE49-F238E27FC236}">
                <a16:creationId xmlns:a16="http://schemas.microsoft.com/office/drawing/2014/main" id="{6167D968-35CA-1DB8-1B74-50521DED38AD}"/>
              </a:ext>
            </a:extLst>
          </p:cNvPr>
          <p:cNvPicPr>
            <a:picLocks/>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9735" t="68607" r="9714" b="8720"/>
          <a:stretch/>
        </p:blipFill>
        <p:spPr>
          <a:xfrm>
            <a:off x="-7951" y="5669751"/>
            <a:ext cx="12204000" cy="1195743"/>
          </a:xfrm>
          <a:prstGeom prst="rect">
            <a:avLst/>
          </a:prstGeom>
        </p:spPr>
      </p:pic>
      <p:pic>
        <p:nvPicPr>
          <p:cNvPr id="8" name="SU Logo">
            <a:extLst>
              <a:ext uri="{FF2B5EF4-FFF2-40B4-BE49-F238E27FC236}">
                <a16:creationId xmlns:a16="http://schemas.microsoft.com/office/drawing/2014/main" id="{9A31297D-9031-1678-3B32-24C6FFF8A50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9684670" y="5669752"/>
            <a:ext cx="2160000" cy="1167700"/>
          </a:xfrm>
          <a:prstGeom prst="rect">
            <a:avLst/>
          </a:prstGeom>
        </p:spPr>
      </p:pic>
      <p:sp>
        <p:nvSpPr>
          <p:cNvPr id="10" name="Content Placeholder ">
            <a:extLst>
              <a:ext uri="{FF2B5EF4-FFF2-40B4-BE49-F238E27FC236}">
                <a16:creationId xmlns:a16="http://schemas.microsoft.com/office/drawing/2014/main" id="{1E5D113C-3036-C842-BC1F-5B0180C05F49}"/>
              </a:ext>
            </a:extLst>
          </p:cNvPr>
          <p:cNvSpPr>
            <a:spLocks noGrp="1"/>
          </p:cNvSpPr>
          <p:nvPr>
            <p:ph idx="1" hasCustomPrompt="1"/>
          </p:nvPr>
        </p:nvSpPr>
        <p:spPr>
          <a:xfrm>
            <a:off x="4382226" y="1697394"/>
            <a:ext cx="7462444" cy="3781503"/>
          </a:xfrm>
        </p:spPr>
        <p:txBody>
          <a:bodyPr>
            <a:normAutofit lnSpcReduction="10000"/>
          </a:bodyPr>
          <a:lstStyle/>
          <a:p>
            <a:r>
              <a:rPr lang="en-GB" dirty="0"/>
              <a:t>Content placeholder</a:t>
            </a:r>
          </a:p>
        </p:txBody>
      </p:sp>
      <p:sp>
        <p:nvSpPr>
          <p:cNvPr id="7" name="White.Banner.Top">
            <a:extLst>
              <a:ext uri="{FF2B5EF4-FFF2-40B4-BE49-F238E27FC236}">
                <a16:creationId xmlns:a16="http://schemas.microsoft.com/office/drawing/2014/main" id="{C181FDE8-2CDE-9B53-F6F0-DC7BB4C9FF0A}"/>
              </a:ext>
            </a:extLst>
          </p:cNvPr>
          <p:cNvSpPr/>
          <p:nvPr userDrawn="1"/>
        </p:nvSpPr>
        <p:spPr>
          <a:xfrm>
            <a:off x="0" y="-1"/>
            <a:ext cx="12192000" cy="141875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349621" y="272383"/>
            <a:ext cx="11495049" cy="1019176"/>
          </a:xfrm>
          <a:prstGeom prst="rect">
            <a:avLst/>
          </a:prstGeom>
        </p:spPr>
        <p:txBody>
          <a:bodyPr/>
          <a:lstStyle>
            <a:lvl1pPr>
              <a:defRPr>
                <a:solidFill>
                  <a:schemeClr val="accent1"/>
                </a:solidFill>
              </a:defRPr>
            </a:lvl1pPr>
          </a:lstStyle>
          <a:p>
            <a:r>
              <a:rPr lang="en-GB" dirty="0"/>
              <a:t>CLICK TO EDIT TITLE</a:t>
            </a:r>
            <a:endParaRPr lang="en-US" dirty="0"/>
          </a:p>
        </p:txBody>
      </p:sp>
      <p:sp>
        <p:nvSpPr>
          <p:cNvPr id="3" name="Gold strip">
            <a:extLst>
              <a:ext uri="{FF2B5EF4-FFF2-40B4-BE49-F238E27FC236}">
                <a16:creationId xmlns:a16="http://schemas.microsoft.com/office/drawing/2014/main" id="{B7788DC2-C383-B063-CAF1-06925BC59BE4}"/>
              </a:ext>
            </a:extLst>
          </p:cNvPr>
          <p:cNvSpPr/>
          <p:nvPr userDrawn="1"/>
        </p:nvSpPr>
        <p:spPr>
          <a:xfrm>
            <a:off x="0" y="-10274"/>
            <a:ext cx="12192000" cy="216000"/>
          </a:xfrm>
          <a:prstGeom prst="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3" name="Footer">
            <a:extLst>
              <a:ext uri="{FF2B5EF4-FFF2-40B4-BE49-F238E27FC236}">
                <a16:creationId xmlns:a16="http://schemas.microsoft.com/office/drawing/2014/main" id="{1EB4AFB9-AD46-D1E1-906D-A134828DBB34}"/>
              </a:ext>
            </a:extLst>
          </p:cNvPr>
          <p:cNvSpPr txBox="1">
            <a:spLocks/>
          </p:cNvSpPr>
          <p:nvPr userDrawn="1"/>
        </p:nvSpPr>
        <p:spPr>
          <a:xfrm>
            <a:off x="515938" y="6597651"/>
            <a:ext cx="11125200" cy="266492"/>
          </a:xfrm>
          <a:prstGeom prst="rect">
            <a:avLst/>
          </a:prstGeom>
        </p:spPr>
        <p:txBody>
          <a:bodyPr anchor="t">
            <a:noAutofit/>
          </a:bodyPr>
          <a:lstStyle>
            <a:lvl1pPr marL="0" indent="0" algn="l" defTabSz="914400" rtl="0" eaLnBrk="1" latinLnBrk="0" hangingPunct="1">
              <a:lnSpc>
                <a:spcPct val="100000"/>
              </a:lnSpc>
              <a:spcBef>
                <a:spcPts val="1000"/>
              </a:spcBef>
              <a:buClr>
                <a:schemeClr val="accent2"/>
              </a:buClr>
              <a:buFontTx/>
              <a:buNone/>
              <a:defRPr lang="en-GB" sz="1000" b="1" i="0" kern="1200" dirty="0">
                <a:solidFill>
                  <a:schemeClr val="accent1"/>
                </a:solidFill>
                <a:latin typeface="Trebuchet MS" panose="020B0703020202090204" pitchFamily="34" charset="0"/>
                <a:ea typeface="+mn-ea"/>
                <a:cs typeface="Calibri Light" panose="020F0302020204030204" pitchFamily="34" charset="0"/>
              </a:defRPr>
            </a:lvl1pPr>
            <a:lvl2pPr marL="685800" indent="-228600" algn="l" defTabSz="914400" rtl="0" eaLnBrk="1" latinLnBrk="0" hangingPunct="1">
              <a:lnSpc>
                <a:spcPct val="100000"/>
              </a:lnSpc>
              <a:spcBef>
                <a:spcPts val="500"/>
              </a:spcBef>
              <a:buClr>
                <a:schemeClr val="accent2"/>
              </a:buClr>
              <a:buFont typeface="Arial" panose="020B0604020202020204" pitchFamily="34" charset="0"/>
              <a:buChar char="•"/>
              <a:defRPr sz="2200" b="0" i="0" kern="1200">
                <a:solidFill>
                  <a:schemeClr val="tx1"/>
                </a:solidFill>
                <a:latin typeface="Calibri Light" panose="020F0302020204030204" pitchFamily="34" charset="0"/>
                <a:ea typeface="+mn-ea"/>
                <a:cs typeface="Calibri Light" panose="020F0302020204030204" pitchFamily="34" charset="0"/>
              </a:defRPr>
            </a:lvl2pPr>
            <a:lvl3pPr marL="1143000" indent="-228600" algn="l" defTabSz="914400" rtl="0" eaLnBrk="1" latinLnBrk="0" hangingPunct="1">
              <a:lnSpc>
                <a:spcPct val="100000"/>
              </a:lnSpc>
              <a:spcBef>
                <a:spcPts val="500"/>
              </a:spcBef>
              <a:buClr>
                <a:schemeClr val="accent2"/>
              </a:buClr>
              <a:buFont typeface="Arial" panose="020B0604020202020204" pitchFamily="34" charset="0"/>
              <a:buChar char="•"/>
              <a:defRPr sz="2000" b="0" i="0" kern="1200">
                <a:solidFill>
                  <a:schemeClr val="tx1"/>
                </a:solidFill>
                <a:latin typeface="Calibri Light" panose="020F0302020204030204" pitchFamily="34" charset="0"/>
                <a:ea typeface="+mn-ea"/>
                <a:cs typeface="Calibri Light" panose="020F0302020204030204" pitchFamily="34" charset="0"/>
              </a:defRPr>
            </a:lvl3pPr>
            <a:lvl4pPr marL="1600200" indent="-228600" algn="l" defTabSz="914400" rtl="0" eaLnBrk="1" latinLnBrk="0" hangingPunct="1">
              <a:lnSpc>
                <a:spcPct val="100000"/>
              </a:lnSpc>
              <a:spcBef>
                <a:spcPts val="500"/>
              </a:spcBef>
              <a:buClr>
                <a:schemeClr val="accent2"/>
              </a:buClr>
              <a:buFont typeface="Arial" panose="020B0604020202020204" pitchFamily="34" charset="0"/>
              <a:buChar char="•"/>
              <a:defRPr sz="1800" b="0" i="0" kern="1200">
                <a:solidFill>
                  <a:schemeClr val="tx1"/>
                </a:solidFill>
                <a:latin typeface="Calibri Light" panose="020F0302020204030204" pitchFamily="34" charset="0"/>
                <a:ea typeface="+mn-ea"/>
                <a:cs typeface="Calibri Light" panose="020F0302020204030204" pitchFamily="34" charset="0"/>
              </a:defRPr>
            </a:lvl4pPr>
            <a:lvl5pPr marL="2057400" indent="-228600" algn="l" defTabSz="914400" rtl="0" eaLnBrk="1" latinLnBrk="0" hangingPunct="1">
              <a:lnSpc>
                <a:spcPct val="100000"/>
              </a:lnSpc>
              <a:spcBef>
                <a:spcPts val="500"/>
              </a:spcBef>
              <a:buClr>
                <a:schemeClr val="accent2"/>
              </a:buClr>
              <a:buFont typeface="Arial" panose="020B0604020202020204" pitchFamily="34" charset="0"/>
              <a:buChar char="•"/>
              <a:defRPr sz="1800" b="0" i="0" kern="1200">
                <a:solidFill>
                  <a:schemeClr val="tx1"/>
                </a:solidFill>
                <a:latin typeface="Calibri Light" panose="020F0302020204030204" pitchFamily="34" charset="0"/>
                <a:ea typeface="+mn-ea"/>
                <a:cs typeface="Calibri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endParaRPr lang="en-GB" sz="1000" b="0" i="0" dirty="0">
              <a:solidFill>
                <a:schemeClr val="bg1"/>
              </a:solidFill>
              <a:latin typeface="Trebuchet MS" panose="020B0703020202090204" pitchFamily="34" charset="0"/>
            </a:endParaRPr>
          </a:p>
        </p:txBody>
      </p:sp>
      <p:sp>
        <p:nvSpPr>
          <p:cNvPr id="15" name="Text Placeholder 14">
            <a:extLst>
              <a:ext uri="{FF2B5EF4-FFF2-40B4-BE49-F238E27FC236}">
                <a16:creationId xmlns:a16="http://schemas.microsoft.com/office/drawing/2014/main" id="{CF23EA05-838C-E5C6-2C9D-1239932B0F04}"/>
              </a:ext>
            </a:extLst>
          </p:cNvPr>
          <p:cNvSpPr>
            <a:spLocks noGrp="1"/>
          </p:cNvSpPr>
          <p:nvPr>
            <p:ph type="body" sz="quarter" idx="10" hasCustomPrompt="1"/>
          </p:nvPr>
        </p:nvSpPr>
        <p:spPr>
          <a:xfrm>
            <a:off x="347329" y="5851917"/>
            <a:ext cx="9238881" cy="803370"/>
          </a:xfrm>
        </p:spPr>
        <p:txBody>
          <a:bodyPr anchor="ctr">
            <a:noAutofit/>
          </a:bodyPr>
          <a:lstStyle>
            <a:lvl1pPr marL="0" indent="0">
              <a:buFontTx/>
              <a:buNone/>
              <a:defRPr sz="1100">
                <a:solidFill>
                  <a:schemeClr val="bg1"/>
                </a:solidFill>
              </a:defRPr>
            </a:lvl1pPr>
            <a:lvl2pPr marL="457200" indent="0">
              <a:buFontTx/>
              <a:buNone/>
              <a:defRPr sz="1100">
                <a:solidFill>
                  <a:schemeClr val="bg1"/>
                </a:solidFill>
              </a:defRPr>
            </a:lvl2pPr>
            <a:lvl3pPr marL="914400" indent="0">
              <a:buFontTx/>
              <a:buNone/>
              <a:defRPr sz="1100">
                <a:solidFill>
                  <a:schemeClr val="bg1"/>
                </a:solidFill>
              </a:defRPr>
            </a:lvl3pPr>
            <a:lvl4pPr marL="1371600" indent="0">
              <a:buFontTx/>
              <a:buNone/>
              <a:defRPr sz="1100">
                <a:solidFill>
                  <a:schemeClr val="bg1"/>
                </a:solidFill>
              </a:defRPr>
            </a:lvl4pPr>
            <a:lvl5pPr marL="1828800" indent="0">
              <a:buFontTx/>
              <a:buNone/>
              <a:defRPr sz="1100">
                <a:solidFill>
                  <a:schemeClr val="bg1"/>
                </a:solidFill>
              </a:defRPr>
            </a:lvl5pPr>
          </a:lstStyle>
          <a:p>
            <a:pPr lvl="0"/>
            <a:r>
              <a:rPr lang="en-GB" dirty="0"/>
              <a:t>Click to edit text </a:t>
            </a:r>
          </a:p>
        </p:txBody>
      </p:sp>
      <p:pic>
        <p:nvPicPr>
          <p:cNvPr id="4" name="Pattern">
            <a:extLst>
              <a:ext uri="{FF2B5EF4-FFF2-40B4-BE49-F238E27FC236}">
                <a16:creationId xmlns:a16="http://schemas.microsoft.com/office/drawing/2014/main" id="{4D545818-D6DD-5899-FA21-137F0F411CF7}"/>
              </a:ext>
            </a:extLst>
          </p:cNvPr>
          <p:cNvPicPr>
            <a:picLocks noChangeAspect="1"/>
          </p:cNvPicPr>
          <p:nvPr userDrawn="1"/>
        </p:nvPicPr>
        <p:blipFill rotWithShape="1">
          <a:blip r:embed="rId4" cstate="screen">
            <a:alphaModFix amt="40000"/>
            <a:grayscl/>
            <a:extLst>
              <a:ext uri="{BEBA8EAE-BF5A-486C-A8C5-ECC9F3942E4B}">
                <a14:imgProps xmlns:a14="http://schemas.microsoft.com/office/drawing/2010/main">
                  <a14:imgLayer r:embed="rId5">
                    <a14:imgEffect>
                      <a14:sharpenSoften amount="50000"/>
                    </a14:imgEffect>
                    <a14:imgEffect>
                      <a14:colorTemperature colorTemp="4700"/>
                    </a14:imgEffect>
                    <a14:imgEffect>
                      <a14:saturation sat="400000"/>
                    </a14:imgEffect>
                    <a14:imgEffect>
                      <a14:brightnessContrast contrast="40000"/>
                    </a14:imgEffect>
                  </a14:imgLayer>
                </a14:imgProps>
              </a:ext>
              <a:ext uri="{28A0092B-C50C-407E-A947-70E740481C1C}">
                <a14:useLocalDpi xmlns:a14="http://schemas.microsoft.com/office/drawing/2010/main"/>
              </a:ext>
            </a:extLst>
          </a:blip>
          <a:srcRect b="17952"/>
          <a:stretch/>
        </p:blipFill>
        <p:spPr>
          <a:xfrm>
            <a:off x="1379" y="1417791"/>
            <a:ext cx="4041984" cy="4250610"/>
          </a:xfrm>
          <a:prstGeom prst="rect">
            <a:avLst/>
          </a:prstGeom>
        </p:spPr>
      </p:pic>
      <p:sp>
        <p:nvSpPr>
          <p:cNvPr id="5" name="Sub-heading">
            <a:extLst>
              <a:ext uri="{FF2B5EF4-FFF2-40B4-BE49-F238E27FC236}">
                <a16:creationId xmlns:a16="http://schemas.microsoft.com/office/drawing/2014/main" id="{E9D14674-E58C-AC8B-92E7-C82D828AC13B}"/>
              </a:ext>
            </a:extLst>
          </p:cNvPr>
          <p:cNvSpPr>
            <a:spLocks noGrp="1"/>
          </p:cNvSpPr>
          <p:nvPr>
            <p:ph type="body" sz="quarter" idx="11" hasCustomPrompt="1"/>
          </p:nvPr>
        </p:nvSpPr>
        <p:spPr>
          <a:xfrm>
            <a:off x="340242" y="1701054"/>
            <a:ext cx="3703121" cy="3777844"/>
          </a:xfrm>
        </p:spPr>
        <p:txBody>
          <a:bodyPr anchor="t">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1" i="0" kern="1200" dirty="0">
                <a:solidFill>
                  <a:schemeClr val="tx1"/>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Tree>
    <p:extLst>
      <p:ext uri="{BB962C8B-B14F-4D97-AF65-F5344CB8AC3E}">
        <p14:creationId xmlns:p14="http://schemas.microsoft.com/office/powerpoint/2010/main" val="651830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on maroon bg">
    <p:bg>
      <p:bgPr>
        <a:solidFill>
          <a:schemeClr val="accent1"/>
        </a:solidFill>
        <a:effectLst/>
      </p:bgPr>
    </p:bg>
    <p:spTree>
      <p:nvGrpSpPr>
        <p:cNvPr id="1" name=""/>
        <p:cNvGrpSpPr/>
        <p:nvPr/>
      </p:nvGrpSpPr>
      <p:grpSpPr>
        <a:xfrm>
          <a:off x="0" y="0"/>
          <a:ext cx="0" cy="0"/>
          <a:chOff x="0" y="0"/>
          <a:chExt cx="0" cy="0"/>
        </a:xfrm>
      </p:grpSpPr>
      <p:sp>
        <p:nvSpPr>
          <p:cNvPr id="10" name="Content Placeholder ">
            <a:extLst>
              <a:ext uri="{FF2B5EF4-FFF2-40B4-BE49-F238E27FC236}">
                <a16:creationId xmlns:a16="http://schemas.microsoft.com/office/drawing/2014/main" id="{1E5D113C-3036-C842-BC1F-5B0180C05F49}"/>
              </a:ext>
            </a:extLst>
          </p:cNvPr>
          <p:cNvSpPr>
            <a:spLocks noGrp="1"/>
          </p:cNvSpPr>
          <p:nvPr>
            <p:ph idx="1" hasCustomPrompt="1"/>
          </p:nvPr>
        </p:nvSpPr>
        <p:spPr>
          <a:xfrm>
            <a:off x="347907" y="1707775"/>
            <a:ext cx="11489673" cy="4785173"/>
          </a:xfrm>
        </p:spPr>
        <p:txBody>
          <a:bodyPr>
            <a:normAutofit lnSpcReduction="10000"/>
          </a:bodyPr>
          <a:lstStyle>
            <a:lvl1pPr>
              <a:defRPr>
                <a:solidFill>
                  <a:schemeClr val="bg1"/>
                </a:solidFill>
              </a:defRPr>
            </a:lvl1pPr>
          </a:lstStyle>
          <a:p>
            <a:r>
              <a:rPr lang="en-GB" dirty="0"/>
              <a:t>Content placeholder</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347907" y="266387"/>
            <a:ext cx="8903670"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4994042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divider slide on maroon bg">
    <p:bg>
      <p:bgPr>
        <a:solidFill>
          <a:schemeClr val="accent1"/>
        </a:solidFill>
        <a:effectLst/>
      </p:bgPr>
    </p:bg>
    <p:spTree>
      <p:nvGrpSpPr>
        <p:cNvPr id="1" name=""/>
        <p:cNvGrpSpPr/>
        <p:nvPr/>
      </p:nvGrpSpPr>
      <p:grpSpPr>
        <a:xfrm>
          <a:off x="0" y="0"/>
          <a:ext cx="0" cy="0"/>
          <a:chOff x="0" y="0"/>
          <a:chExt cx="0" cy="0"/>
        </a:xfrm>
      </p:grpSpPr>
      <p:pic>
        <p:nvPicPr>
          <p:cNvPr id="4" name="Pattern Maroon Bottom">
            <a:extLst>
              <a:ext uri="{FF2B5EF4-FFF2-40B4-BE49-F238E27FC236}">
                <a16:creationId xmlns:a16="http://schemas.microsoft.com/office/drawing/2014/main" id="{9130908F-4F0E-9ACF-557E-28B6A3C638EB}"/>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15866" t="5503" r="48528" b="71220"/>
          <a:stretch/>
        </p:blipFill>
        <p:spPr>
          <a:xfrm>
            <a:off x="264823" y="4471002"/>
            <a:ext cx="4785278" cy="2148599"/>
          </a:xfrm>
          <a:prstGeom prst="rect">
            <a:avLst/>
          </a:prstGeom>
        </p:spPr>
      </p:pic>
      <p:pic>
        <p:nvPicPr>
          <p:cNvPr id="6" name="Pattern Top">
            <a:extLst>
              <a:ext uri="{FF2B5EF4-FFF2-40B4-BE49-F238E27FC236}">
                <a16:creationId xmlns:a16="http://schemas.microsoft.com/office/drawing/2014/main" id="{EBD1AE1D-321F-7D3D-9087-1A30E530623A}"/>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5866" t="5503" r="48528" b="87106"/>
          <a:stretch/>
        </p:blipFill>
        <p:spPr>
          <a:xfrm flipH="1" flipV="1">
            <a:off x="316373" y="1422399"/>
            <a:ext cx="4785278" cy="682237"/>
          </a:xfrm>
          <a:prstGeom prst="rect">
            <a:avLst/>
          </a:prstGeom>
        </p:spPr>
      </p:pic>
      <p:pic>
        <p:nvPicPr>
          <p:cNvPr id="8" name="Pattern Top">
            <a:extLst>
              <a:ext uri="{FF2B5EF4-FFF2-40B4-BE49-F238E27FC236}">
                <a16:creationId xmlns:a16="http://schemas.microsoft.com/office/drawing/2014/main" id="{4D96D98B-ED91-659A-B3FB-B42BC7B37E6C}"/>
              </a:ext>
            </a:extLst>
          </p:cNvPr>
          <p:cNvPicPr>
            <a:picLocks/>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l="15866" t="12894" r="48528" b="71220"/>
          <a:stretch/>
        </p:blipFill>
        <p:spPr>
          <a:xfrm flipH="1" flipV="1">
            <a:off x="316373" y="-43961"/>
            <a:ext cx="4784400" cy="1450800"/>
          </a:xfrm>
          <a:prstGeom prst="rect">
            <a:avLst/>
          </a:prstGeom>
        </p:spPr>
      </p:pic>
      <p:sp>
        <p:nvSpPr>
          <p:cNvPr id="10" name="Content Placeholder ">
            <a:extLst>
              <a:ext uri="{FF2B5EF4-FFF2-40B4-BE49-F238E27FC236}">
                <a16:creationId xmlns:a16="http://schemas.microsoft.com/office/drawing/2014/main" id="{1E5D113C-3036-C842-BC1F-5B0180C05F49}"/>
              </a:ext>
            </a:extLst>
          </p:cNvPr>
          <p:cNvSpPr>
            <a:spLocks noGrp="1"/>
          </p:cNvSpPr>
          <p:nvPr>
            <p:ph idx="1" hasCustomPrompt="1"/>
          </p:nvPr>
        </p:nvSpPr>
        <p:spPr>
          <a:xfrm>
            <a:off x="5384799" y="1701053"/>
            <a:ext cx="6474047" cy="4797998"/>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solidFill>
                  <a:schemeClr val="bg1"/>
                </a:solidFill>
              </a:defRPr>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12" name="Title">
            <a:extLst>
              <a:ext uri="{FF2B5EF4-FFF2-40B4-BE49-F238E27FC236}">
                <a16:creationId xmlns:a16="http://schemas.microsoft.com/office/drawing/2014/main" id="{0F0F078F-8A4E-A3A0-9754-9B7523B147AA}"/>
              </a:ext>
            </a:extLst>
          </p:cNvPr>
          <p:cNvSpPr>
            <a:spLocks noGrp="1"/>
          </p:cNvSpPr>
          <p:nvPr>
            <p:ph type="title" hasCustomPrompt="1"/>
          </p:nvPr>
        </p:nvSpPr>
        <p:spPr>
          <a:xfrm>
            <a:off x="333523" y="2162753"/>
            <a:ext cx="4639444" cy="2258171"/>
          </a:xfrm>
          <a:prstGeom prst="rect">
            <a:avLst/>
          </a:prstGeom>
        </p:spPr>
        <p:txBody>
          <a:bodyPr anchor="ctr"/>
          <a:lstStyle>
            <a:lvl1pPr>
              <a:defRPr>
                <a:solidFill>
                  <a:schemeClr val="bg1"/>
                </a:solidFill>
              </a:defRPr>
            </a:lvl1pPr>
          </a:lstStyle>
          <a:p>
            <a:r>
              <a:rPr lang="en-GB" dirty="0"/>
              <a:t>CLICK TO EDIT TITLE</a:t>
            </a:r>
            <a:endParaRPr lang="en-US" dirty="0"/>
          </a:p>
        </p:txBody>
      </p:sp>
    </p:spTree>
    <p:extLst>
      <p:ext uri="{BB962C8B-B14F-4D97-AF65-F5344CB8AC3E}">
        <p14:creationId xmlns:p14="http://schemas.microsoft.com/office/powerpoint/2010/main" val="13598238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on grey bg">
    <p:bg>
      <p:bgPr>
        <a:solidFill>
          <a:schemeClr val="tx1"/>
        </a:solidFill>
        <a:effectLst/>
      </p:bgPr>
    </p:bg>
    <p:spTree>
      <p:nvGrpSpPr>
        <p:cNvPr id="1" name=""/>
        <p:cNvGrpSpPr/>
        <p:nvPr/>
      </p:nvGrpSpPr>
      <p:grpSpPr>
        <a:xfrm>
          <a:off x="0" y="0"/>
          <a:ext cx="0" cy="0"/>
          <a:chOff x="0" y="0"/>
          <a:chExt cx="0" cy="0"/>
        </a:xfrm>
      </p:grpSpPr>
      <p:sp>
        <p:nvSpPr>
          <p:cNvPr id="10" name="Content Placeholder ">
            <a:extLst>
              <a:ext uri="{FF2B5EF4-FFF2-40B4-BE49-F238E27FC236}">
                <a16:creationId xmlns:a16="http://schemas.microsoft.com/office/drawing/2014/main" id="{1E5D113C-3036-C842-BC1F-5B0180C05F49}"/>
              </a:ext>
            </a:extLst>
          </p:cNvPr>
          <p:cNvSpPr>
            <a:spLocks noGrp="1"/>
          </p:cNvSpPr>
          <p:nvPr>
            <p:ph idx="1" hasCustomPrompt="1"/>
          </p:nvPr>
        </p:nvSpPr>
        <p:spPr>
          <a:xfrm>
            <a:off x="347907" y="1707775"/>
            <a:ext cx="11489673" cy="4785173"/>
          </a:xfrm>
        </p:spPr>
        <p:txBody>
          <a:bodyPr>
            <a:normAutofit lnSpcReduction="10000"/>
          </a:bodyPr>
          <a:lstStyle>
            <a:lvl1pPr>
              <a:defRPr>
                <a:solidFill>
                  <a:schemeClr val="bg1"/>
                </a:solidFill>
              </a:defRPr>
            </a:lvl1pPr>
          </a:lstStyle>
          <a:p>
            <a:r>
              <a:rPr lang="en-GB" dirty="0"/>
              <a:t>Content placeholder</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347907" y="266387"/>
            <a:ext cx="8903670"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16381515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divider slide on grey bg">
    <p:bg>
      <p:bgPr>
        <a:solidFill>
          <a:schemeClr val="tx1"/>
        </a:solidFill>
        <a:effectLst/>
      </p:bgPr>
    </p:bg>
    <p:spTree>
      <p:nvGrpSpPr>
        <p:cNvPr id="1" name=""/>
        <p:cNvGrpSpPr/>
        <p:nvPr/>
      </p:nvGrpSpPr>
      <p:grpSpPr>
        <a:xfrm>
          <a:off x="0" y="0"/>
          <a:ext cx="0" cy="0"/>
          <a:chOff x="0" y="0"/>
          <a:chExt cx="0" cy="0"/>
        </a:xfrm>
      </p:grpSpPr>
      <p:pic>
        <p:nvPicPr>
          <p:cNvPr id="4" name="Pattern Maroon Bottom">
            <a:extLst>
              <a:ext uri="{FF2B5EF4-FFF2-40B4-BE49-F238E27FC236}">
                <a16:creationId xmlns:a16="http://schemas.microsoft.com/office/drawing/2014/main" id="{9130908F-4F0E-9ACF-557E-28B6A3C638EB}"/>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15866" t="5503" r="48528" b="71220"/>
          <a:stretch/>
        </p:blipFill>
        <p:spPr>
          <a:xfrm>
            <a:off x="264823" y="4471002"/>
            <a:ext cx="4785278" cy="2148599"/>
          </a:xfrm>
          <a:prstGeom prst="rect">
            <a:avLst/>
          </a:prstGeom>
        </p:spPr>
      </p:pic>
      <p:pic>
        <p:nvPicPr>
          <p:cNvPr id="6" name="Pattern Top">
            <a:extLst>
              <a:ext uri="{FF2B5EF4-FFF2-40B4-BE49-F238E27FC236}">
                <a16:creationId xmlns:a16="http://schemas.microsoft.com/office/drawing/2014/main" id="{EBD1AE1D-321F-7D3D-9087-1A30E530623A}"/>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5866" t="5503" r="48528" b="87106"/>
          <a:stretch/>
        </p:blipFill>
        <p:spPr>
          <a:xfrm flipH="1" flipV="1">
            <a:off x="316373" y="1422399"/>
            <a:ext cx="4785278" cy="682237"/>
          </a:xfrm>
          <a:prstGeom prst="rect">
            <a:avLst/>
          </a:prstGeom>
        </p:spPr>
      </p:pic>
      <p:pic>
        <p:nvPicPr>
          <p:cNvPr id="8" name="Pattern Top">
            <a:extLst>
              <a:ext uri="{FF2B5EF4-FFF2-40B4-BE49-F238E27FC236}">
                <a16:creationId xmlns:a16="http://schemas.microsoft.com/office/drawing/2014/main" id="{4D96D98B-ED91-659A-B3FB-B42BC7B37E6C}"/>
              </a:ext>
            </a:extLst>
          </p:cNvPr>
          <p:cNvPicPr>
            <a:picLocks/>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l="15866" t="12894" r="48528" b="71220"/>
          <a:stretch/>
        </p:blipFill>
        <p:spPr>
          <a:xfrm flipH="1" flipV="1">
            <a:off x="316373" y="-43961"/>
            <a:ext cx="4784400" cy="1450800"/>
          </a:xfrm>
          <a:prstGeom prst="rect">
            <a:avLst/>
          </a:prstGeom>
        </p:spPr>
      </p:pic>
      <p:sp>
        <p:nvSpPr>
          <p:cNvPr id="10" name="Content Placeholder ">
            <a:extLst>
              <a:ext uri="{FF2B5EF4-FFF2-40B4-BE49-F238E27FC236}">
                <a16:creationId xmlns:a16="http://schemas.microsoft.com/office/drawing/2014/main" id="{1E5D113C-3036-C842-BC1F-5B0180C05F49}"/>
              </a:ext>
            </a:extLst>
          </p:cNvPr>
          <p:cNvSpPr>
            <a:spLocks noGrp="1"/>
          </p:cNvSpPr>
          <p:nvPr>
            <p:ph idx="1" hasCustomPrompt="1"/>
          </p:nvPr>
        </p:nvSpPr>
        <p:spPr>
          <a:xfrm>
            <a:off x="5384799" y="1701053"/>
            <a:ext cx="6474047" cy="4797998"/>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solidFill>
                  <a:schemeClr val="bg1"/>
                </a:solidFill>
              </a:defRPr>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3" name="Title">
            <a:extLst>
              <a:ext uri="{FF2B5EF4-FFF2-40B4-BE49-F238E27FC236}">
                <a16:creationId xmlns:a16="http://schemas.microsoft.com/office/drawing/2014/main" id="{0322BCAE-CD52-F05E-AB35-904BBB08A862}"/>
              </a:ext>
            </a:extLst>
          </p:cNvPr>
          <p:cNvSpPr>
            <a:spLocks noGrp="1"/>
          </p:cNvSpPr>
          <p:nvPr>
            <p:ph type="title" hasCustomPrompt="1"/>
          </p:nvPr>
        </p:nvSpPr>
        <p:spPr>
          <a:xfrm>
            <a:off x="333523" y="2162753"/>
            <a:ext cx="4639444" cy="2258171"/>
          </a:xfrm>
          <a:prstGeom prst="rect">
            <a:avLst/>
          </a:prstGeom>
        </p:spPr>
        <p:txBody>
          <a:bodyPr anchor="ctr"/>
          <a:lstStyle>
            <a:lvl1pPr>
              <a:defRPr>
                <a:solidFill>
                  <a:schemeClr val="bg1"/>
                </a:solidFill>
              </a:defRPr>
            </a:lvl1pPr>
          </a:lstStyle>
          <a:p>
            <a:r>
              <a:rPr lang="en-GB" dirty="0"/>
              <a:t>CLICK TO EDIT TITLE</a:t>
            </a:r>
            <a:endParaRPr lang="en-US" dirty="0"/>
          </a:p>
        </p:txBody>
      </p:sp>
    </p:spTree>
    <p:extLst>
      <p:ext uri="{BB962C8B-B14F-4D97-AF65-F5344CB8AC3E}">
        <p14:creationId xmlns:p14="http://schemas.microsoft.com/office/powerpoint/2010/main" val="9108597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on white bg with maroon banner">
    <p:spTree>
      <p:nvGrpSpPr>
        <p:cNvPr id="1" name=""/>
        <p:cNvGrpSpPr/>
        <p:nvPr/>
      </p:nvGrpSpPr>
      <p:grpSpPr>
        <a:xfrm>
          <a:off x="0" y="0"/>
          <a:ext cx="0" cy="0"/>
          <a:chOff x="0" y="0"/>
          <a:chExt cx="0" cy="0"/>
        </a:xfrm>
      </p:grpSpPr>
      <p:pic>
        <p:nvPicPr>
          <p:cNvPr id="6" name="Maroon Banner">
            <a:extLst>
              <a:ext uri="{FF2B5EF4-FFF2-40B4-BE49-F238E27FC236}">
                <a16:creationId xmlns:a16="http://schemas.microsoft.com/office/drawing/2014/main" id="{6167D968-35CA-1DB8-1B74-50521DED38AD}"/>
              </a:ext>
            </a:extLst>
          </p:cNvPr>
          <p:cNvPicPr>
            <a:picLocks/>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9675" t="66265" r="9774" b="6982"/>
          <a:stretch/>
        </p:blipFill>
        <p:spPr>
          <a:xfrm>
            <a:off x="-7951" y="-2"/>
            <a:ext cx="12204000" cy="1410835"/>
          </a:xfrm>
          <a:prstGeom prst="rect">
            <a:avLst/>
          </a:prstGeom>
        </p:spPr>
      </p:pic>
      <p:pic>
        <p:nvPicPr>
          <p:cNvPr id="8" name="SU Logo">
            <a:extLst>
              <a:ext uri="{FF2B5EF4-FFF2-40B4-BE49-F238E27FC236}">
                <a16:creationId xmlns:a16="http://schemas.microsoft.com/office/drawing/2014/main" id="{9A31297D-9031-1678-3B32-24C6FFF8A50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9584456" y="1"/>
            <a:ext cx="2609736" cy="1410832"/>
          </a:xfrm>
          <a:prstGeom prst="rect">
            <a:avLst/>
          </a:prstGeom>
        </p:spPr>
      </p:pic>
      <p:sp>
        <p:nvSpPr>
          <p:cNvPr id="10" name="Content Placeholder ">
            <a:extLst>
              <a:ext uri="{FF2B5EF4-FFF2-40B4-BE49-F238E27FC236}">
                <a16:creationId xmlns:a16="http://schemas.microsoft.com/office/drawing/2014/main" id="{1E5D113C-3036-C842-BC1F-5B0180C05F49}"/>
              </a:ext>
            </a:extLst>
          </p:cNvPr>
          <p:cNvSpPr>
            <a:spLocks noGrp="1"/>
          </p:cNvSpPr>
          <p:nvPr>
            <p:ph idx="1" hasCustomPrompt="1"/>
          </p:nvPr>
        </p:nvSpPr>
        <p:spPr>
          <a:xfrm>
            <a:off x="340241" y="1697394"/>
            <a:ext cx="11504429" cy="4801655"/>
          </a:xfrm>
        </p:spPr>
        <p:txBody>
          <a:bodyPr>
            <a:normAutofit lnSpcReduction="10000"/>
          </a:bodyPr>
          <a:lstStyle/>
          <a:p>
            <a:r>
              <a:rPr lang="en-GB" dirty="0"/>
              <a:t>Content placeholder</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349621" y="272383"/>
            <a:ext cx="8886865" cy="1019176"/>
          </a:xfrm>
          <a:prstGeom prst="rect">
            <a:avLst/>
          </a:prstGeom>
        </p:spPr>
        <p:txBody>
          <a:bodyPr/>
          <a:lstStyle>
            <a:lvl1pPr>
              <a:defRPr>
                <a:solidFill>
                  <a:schemeClr val="bg1"/>
                </a:solidFill>
              </a:defRPr>
            </a:lvl1pPr>
          </a:lstStyle>
          <a:p>
            <a:r>
              <a:rPr lang="en-GB" dirty="0"/>
              <a:t>CLICK TO EDIT TITLE</a:t>
            </a:r>
            <a:endParaRPr lang="en-US" dirty="0"/>
          </a:p>
        </p:txBody>
      </p:sp>
    </p:spTree>
    <p:extLst>
      <p:ext uri="{BB962C8B-B14F-4D97-AF65-F5344CB8AC3E}">
        <p14:creationId xmlns:p14="http://schemas.microsoft.com/office/powerpoint/2010/main" val="24972838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ub-heading and content on white bg with maroon banner and pattern panel">
    <p:spTree>
      <p:nvGrpSpPr>
        <p:cNvPr id="1" name=""/>
        <p:cNvGrpSpPr/>
        <p:nvPr/>
      </p:nvGrpSpPr>
      <p:grpSpPr>
        <a:xfrm>
          <a:off x="0" y="0"/>
          <a:ext cx="0" cy="0"/>
          <a:chOff x="0" y="0"/>
          <a:chExt cx="0" cy="0"/>
        </a:xfrm>
      </p:grpSpPr>
      <p:pic>
        <p:nvPicPr>
          <p:cNvPr id="8" name="Maroon Banner">
            <a:extLst>
              <a:ext uri="{FF2B5EF4-FFF2-40B4-BE49-F238E27FC236}">
                <a16:creationId xmlns:a16="http://schemas.microsoft.com/office/drawing/2014/main" id="{27B3C7B2-3D0E-A7A9-4946-A4D6623DB66E}"/>
              </a:ext>
            </a:extLst>
          </p:cNvPr>
          <p:cNvPicPr>
            <a:picLocks/>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9675" t="66265" r="9774" b="6982"/>
          <a:stretch/>
        </p:blipFill>
        <p:spPr>
          <a:xfrm>
            <a:off x="-7951" y="-2"/>
            <a:ext cx="12204000" cy="1410835"/>
          </a:xfrm>
          <a:prstGeom prst="rect">
            <a:avLst/>
          </a:prstGeom>
        </p:spPr>
      </p:pic>
      <p:pic>
        <p:nvPicPr>
          <p:cNvPr id="10" name="SU Logo">
            <a:extLst>
              <a:ext uri="{FF2B5EF4-FFF2-40B4-BE49-F238E27FC236}">
                <a16:creationId xmlns:a16="http://schemas.microsoft.com/office/drawing/2014/main" id="{24C9EA30-79BC-2EF9-2B1B-F7FC424B424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9584456" y="1"/>
            <a:ext cx="2609736" cy="1410832"/>
          </a:xfrm>
          <a:prstGeom prst="rect">
            <a:avLst/>
          </a:prstGeom>
        </p:spPr>
      </p:pic>
      <p:pic>
        <p:nvPicPr>
          <p:cNvPr id="11" name="Pattern">
            <a:extLst>
              <a:ext uri="{FF2B5EF4-FFF2-40B4-BE49-F238E27FC236}">
                <a16:creationId xmlns:a16="http://schemas.microsoft.com/office/drawing/2014/main" id="{4232ACA5-F913-4C40-9156-9574AC847B0D}"/>
              </a:ext>
            </a:extLst>
          </p:cNvPr>
          <p:cNvPicPr>
            <a:picLocks noChangeAspect="1"/>
          </p:cNvPicPr>
          <p:nvPr userDrawn="1"/>
        </p:nvPicPr>
        <p:blipFill rotWithShape="1">
          <a:blip r:embed="rId4" cstate="screen">
            <a:duotone>
              <a:schemeClr val="accent2">
                <a:shade val="45000"/>
                <a:satMod val="135000"/>
              </a:schemeClr>
              <a:prstClr val="white"/>
            </a:duotone>
            <a:alphaModFix amt="40000"/>
            <a:extLst>
              <a:ext uri="{BEBA8EAE-BF5A-486C-A8C5-ECC9F3942E4B}">
                <a14:imgProps xmlns:a14="http://schemas.microsoft.com/office/drawing/2010/main">
                  <a14:imgLayer r:embed="rId5">
                    <a14:imgEffect>
                      <a14:sharpenSoften amount="50000"/>
                    </a14:imgEffect>
                    <a14:imgEffect>
                      <a14:colorTemperature colorTemp="11500"/>
                    </a14:imgEffect>
                    <a14:imgEffect>
                      <a14:saturation sat="400000"/>
                    </a14:imgEffect>
                  </a14:imgLayer>
                </a14:imgProps>
              </a:ext>
              <a:ext uri="{28A0092B-C50C-407E-A947-70E740481C1C}">
                <a14:useLocalDpi xmlns:a14="http://schemas.microsoft.com/office/drawing/2010/main"/>
              </a:ext>
            </a:extLst>
          </a:blip>
          <a:srcRect/>
          <a:stretch/>
        </p:blipFill>
        <p:spPr>
          <a:xfrm>
            <a:off x="1379" y="1417790"/>
            <a:ext cx="4041984" cy="5180631"/>
          </a:xfrm>
          <a:prstGeom prst="rect">
            <a:avLst/>
          </a:prstGeom>
        </p:spPr>
      </p:pic>
      <p:sp>
        <p:nvSpPr>
          <p:cNvPr id="13" name="Content Placeholder ">
            <a:extLst>
              <a:ext uri="{FF2B5EF4-FFF2-40B4-BE49-F238E27FC236}">
                <a16:creationId xmlns:a16="http://schemas.microsoft.com/office/drawing/2014/main" id="{297102B3-ABBC-8342-9686-98DDA2B5DFAF}"/>
              </a:ext>
            </a:extLst>
          </p:cNvPr>
          <p:cNvSpPr>
            <a:spLocks noGrp="1"/>
          </p:cNvSpPr>
          <p:nvPr>
            <p:ph idx="1" hasCustomPrompt="1"/>
          </p:nvPr>
        </p:nvSpPr>
        <p:spPr>
          <a:xfrm>
            <a:off x="4298506" y="1701053"/>
            <a:ext cx="7553252" cy="4797183"/>
          </a:xfrm>
        </p:spPr>
        <p:txBody>
          <a:bodyPr>
            <a:normAutofit lnSpcReduction="10000"/>
          </a:bodyPr>
          <a:lstStyle/>
          <a:p>
            <a:r>
              <a:rPr lang="en-GB" dirty="0"/>
              <a:t>Content placeholder</a:t>
            </a:r>
          </a:p>
        </p:txBody>
      </p:sp>
      <p:sp>
        <p:nvSpPr>
          <p:cNvPr id="14" name="Sub-heading">
            <a:extLst>
              <a:ext uri="{FF2B5EF4-FFF2-40B4-BE49-F238E27FC236}">
                <a16:creationId xmlns:a16="http://schemas.microsoft.com/office/drawing/2014/main" id="{F0A305C8-DF3E-DB45-9F64-CF839254AACB}"/>
              </a:ext>
            </a:extLst>
          </p:cNvPr>
          <p:cNvSpPr>
            <a:spLocks noGrp="1"/>
          </p:cNvSpPr>
          <p:nvPr>
            <p:ph type="body" sz="quarter" idx="10" hasCustomPrompt="1"/>
          </p:nvPr>
        </p:nvSpPr>
        <p:spPr>
          <a:xfrm>
            <a:off x="340242" y="1701053"/>
            <a:ext cx="3703121" cy="4797183"/>
          </a:xfrm>
        </p:spPr>
        <p:txBody>
          <a:bodyPr anchor="t">
            <a:normAutofit/>
          </a:bodyPr>
          <a:lstStyle>
            <a:lvl1pPr marL="0" marR="0" indent="0" algn="l" defTabSz="914400" rtl="0" eaLnBrk="1" fontAlgn="auto" latinLnBrk="0" hangingPunct="1">
              <a:lnSpc>
                <a:spcPct val="100000"/>
              </a:lnSpc>
              <a:spcBef>
                <a:spcPts val="1000"/>
              </a:spcBef>
              <a:spcAft>
                <a:spcPts val="0"/>
              </a:spcAft>
              <a:buClr>
                <a:schemeClr val="accent2"/>
              </a:buClr>
              <a:buSzTx/>
              <a:buFontTx/>
              <a:buNone/>
              <a:tabLst/>
              <a:defRPr lang="en-GB" sz="2800" b="1" i="0" kern="1200" dirty="0">
                <a:solidFill>
                  <a:schemeClr val="tx1"/>
                </a:solidFill>
                <a:latin typeface="Trebuchet MS" panose="020B0703020202090204" pitchFamily="34" charset="0"/>
                <a:ea typeface="+mn-ea"/>
                <a:cs typeface="+mn-cs"/>
              </a:defRPr>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347330" y="272383"/>
            <a:ext cx="8910084" cy="1019176"/>
          </a:xfrm>
          <a:prstGeom prst="rect">
            <a:avLst/>
          </a:prstGeom>
        </p:spPr>
        <p:txBody>
          <a:bodyPr/>
          <a:lstStyle>
            <a:lvl1pPr>
              <a:defRPr>
                <a:solidFill>
                  <a:schemeClr val="bg1"/>
                </a:solidFill>
              </a:defRPr>
            </a:lvl1pPr>
          </a:lstStyle>
          <a:p>
            <a:r>
              <a:rPr lang="en-GB" dirty="0"/>
              <a:t>CLICK TO EDIT TITLE</a:t>
            </a:r>
            <a:endParaRPr lang="en-US" dirty="0"/>
          </a:p>
        </p:txBody>
      </p:sp>
    </p:spTree>
    <p:extLst>
      <p:ext uri="{BB962C8B-B14F-4D97-AF65-F5344CB8AC3E}">
        <p14:creationId xmlns:p14="http://schemas.microsoft.com/office/powerpoint/2010/main" val="21060006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divider slide on white bg with maroon banner">
    <p:bg>
      <p:bgPr>
        <a:solidFill>
          <a:schemeClr val="bg1"/>
        </a:solidFill>
        <a:effectLst/>
      </p:bgPr>
    </p:bg>
    <p:spTree>
      <p:nvGrpSpPr>
        <p:cNvPr id="1" name=""/>
        <p:cNvGrpSpPr/>
        <p:nvPr/>
      </p:nvGrpSpPr>
      <p:grpSpPr>
        <a:xfrm>
          <a:off x="0" y="0"/>
          <a:ext cx="0" cy="0"/>
          <a:chOff x="0" y="0"/>
          <a:chExt cx="0" cy="0"/>
        </a:xfrm>
      </p:grpSpPr>
      <p:pic>
        <p:nvPicPr>
          <p:cNvPr id="9" name="Pattern Sand Bottom">
            <a:extLst>
              <a:ext uri="{FF2B5EF4-FFF2-40B4-BE49-F238E27FC236}">
                <a16:creationId xmlns:a16="http://schemas.microsoft.com/office/drawing/2014/main" id="{7E41FF7E-0642-ED43-BF36-6F4C4C4A2BE9}"/>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15866" t="5503" r="48528" b="71220"/>
          <a:stretch/>
        </p:blipFill>
        <p:spPr>
          <a:xfrm>
            <a:off x="260606" y="4478953"/>
            <a:ext cx="4785278" cy="2148599"/>
          </a:xfrm>
          <a:prstGeom prst="rect">
            <a:avLst/>
          </a:prstGeom>
        </p:spPr>
      </p:pic>
      <p:pic>
        <p:nvPicPr>
          <p:cNvPr id="11" name="Pattern Top">
            <a:extLst>
              <a:ext uri="{FF2B5EF4-FFF2-40B4-BE49-F238E27FC236}">
                <a16:creationId xmlns:a16="http://schemas.microsoft.com/office/drawing/2014/main" id="{6124DACD-3877-F440-9547-FC58D4D8F16B}"/>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15866" t="5503" r="48528" b="71220"/>
          <a:stretch/>
        </p:blipFill>
        <p:spPr>
          <a:xfrm flipV="1">
            <a:off x="260883" y="-43952"/>
            <a:ext cx="4785278" cy="2148599"/>
          </a:xfrm>
          <a:prstGeom prst="rect">
            <a:avLst/>
          </a:prstGeom>
        </p:spPr>
      </p:pic>
      <p:pic>
        <p:nvPicPr>
          <p:cNvPr id="4" name="Maroon Banner">
            <a:extLst>
              <a:ext uri="{FF2B5EF4-FFF2-40B4-BE49-F238E27FC236}">
                <a16:creationId xmlns:a16="http://schemas.microsoft.com/office/drawing/2014/main" id="{011D927B-294B-9142-D12A-08A577F8979A}"/>
              </a:ext>
            </a:extLst>
          </p:cNvPr>
          <p:cNvPicPr>
            <a:picLocks/>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9675" t="66265" r="9774" b="6982"/>
          <a:stretch/>
        </p:blipFill>
        <p:spPr>
          <a:xfrm>
            <a:off x="-7951" y="-2"/>
            <a:ext cx="12204000" cy="1410835"/>
          </a:xfrm>
          <a:prstGeom prst="rect">
            <a:avLst/>
          </a:prstGeom>
        </p:spPr>
      </p:pic>
      <p:pic>
        <p:nvPicPr>
          <p:cNvPr id="6" name="SU Logo">
            <a:extLst>
              <a:ext uri="{FF2B5EF4-FFF2-40B4-BE49-F238E27FC236}">
                <a16:creationId xmlns:a16="http://schemas.microsoft.com/office/drawing/2014/main" id="{C79BD1A6-E2E5-8AFF-1C5E-4E48D9AD9C63}"/>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9584456" y="1"/>
            <a:ext cx="2609736" cy="1410832"/>
          </a:xfrm>
          <a:prstGeom prst="rect">
            <a:avLst/>
          </a:prstGeom>
        </p:spPr>
      </p:pic>
      <p:sp>
        <p:nvSpPr>
          <p:cNvPr id="10" name="Content Placeholder ">
            <a:extLst>
              <a:ext uri="{FF2B5EF4-FFF2-40B4-BE49-F238E27FC236}">
                <a16:creationId xmlns:a16="http://schemas.microsoft.com/office/drawing/2014/main" id="{1E5D113C-3036-C842-BC1F-5B0180C05F49}"/>
              </a:ext>
            </a:extLst>
          </p:cNvPr>
          <p:cNvSpPr>
            <a:spLocks noGrp="1"/>
          </p:cNvSpPr>
          <p:nvPr>
            <p:ph idx="1" hasCustomPrompt="1"/>
          </p:nvPr>
        </p:nvSpPr>
        <p:spPr>
          <a:xfrm>
            <a:off x="5384799" y="1701053"/>
            <a:ext cx="6474047" cy="4797998"/>
          </a:xfrm>
        </p:spPr>
        <p:txBody>
          <a:bodyPr>
            <a:normAutofit lnSpcReduction="10000"/>
          </a:bodyPr>
          <a:lstStyle>
            <a:lvl1pPr marL="0" marR="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GB" dirty="0"/>
              <a:t>Content placeholder</a:t>
            </a:r>
          </a:p>
        </p:txBody>
      </p:sp>
      <p:sp>
        <p:nvSpPr>
          <p:cNvPr id="7" name="Title">
            <a:extLst>
              <a:ext uri="{FF2B5EF4-FFF2-40B4-BE49-F238E27FC236}">
                <a16:creationId xmlns:a16="http://schemas.microsoft.com/office/drawing/2014/main" id="{6C67055D-7861-6C38-2642-820C3E8B34D1}"/>
              </a:ext>
            </a:extLst>
          </p:cNvPr>
          <p:cNvSpPr>
            <a:spLocks noGrp="1"/>
          </p:cNvSpPr>
          <p:nvPr>
            <p:ph type="title" hasCustomPrompt="1"/>
          </p:nvPr>
        </p:nvSpPr>
        <p:spPr>
          <a:xfrm>
            <a:off x="333523" y="2162753"/>
            <a:ext cx="4639444" cy="2258171"/>
          </a:xfrm>
          <a:prstGeom prst="rect">
            <a:avLst/>
          </a:prstGeom>
        </p:spPr>
        <p:txBody>
          <a:bodyPr anchor="ctr"/>
          <a:lstStyle>
            <a:lvl1pPr>
              <a:defRPr>
                <a:solidFill>
                  <a:schemeClr val="accent1"/>
                </a:solidFill>
              </a:defRPr>
            </a:lvl1pPr>
          </a:lstStyle>
          <a:p>
            <a:r>
              <a:rPr lang="en-GB" dirty="0"/>
              <a:t>CLICK TO EDIT TITLE</a:t>
            </a:r>
            <a:endParaRPr lang="en-US" dirty="0"/>
          </a:p>
        </p:txBody>
      </p:sp>
    </p:spTree>
    <p:extLst>
      <p:ext uri="{BB962C8B-B14F-4D97-AF65-F5344CB8AC3E}">
        <p14:creationId xmlns:p14="http://schemas.microsoft.com/office/powerpoint/2010/main" val="12545415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Blank slide">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117762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Cover/End slide">
    <p:spTree>
      <p:nvGrpSpPr>
        <p:cNvPr id="1" name=""/>
        <p:cNvGrpSpPr/>
        <p:nvPr/>
      </p:nvGrpSpPr>
      <p:grpSpPr>
        <a:xfrm>
          <a:off x="0" y="0"/>
          <a:ext cx="0" cy="0"/>
          <a:chOff x="0" y="0"/>
          <a:chExt cx="0" cy="0"/>
        </a:xfrm>
      </p:grpSpPr>
      <p:sp>
        <p:nvSpPr>
          <p:cNvPr id="4" name="Picture Placeholder ">
            <a:extLst>
              <a:ext uri="{FF2B5EF4-FFF2-40B4-BE49-F238E27FC236}">
                <a16:creationId xmlns:a16="http://schemas.microsoft.com/office/drawing/2014/main" id="{9ED6FEF4-BAF3-0D66-B6BF-B81560E0E53B}"/>
              </a:ext>
            </a:extLst>
          </p:cNvPr>
          <p:cNvSpPr>
            <a:spLocks noGrp="1"/>
          </p:cNvSpPr>
          <p:nvPr>
            <p:ph type="pic" sz="quarter" idx="11"/>
          </p:nvPr>
        </p:nvSpPr>
        <p:spPr>
          <a:xfrm>
            <a:off x="0" y="-2"/>
            <a:ext cx="12192000" cy="6858001"/>
          </a:xfrm>
          <a:solidFill>
            <a:schemeClr val="bg1">
              <a:lumMod val="95000"/>
            </a:schemeClr>
          </a:solidFill>
        </p:spPr>
        <p:txBody>
          <a:bodyPr>
            <a:normAutofit/>
          </a:bodyPr>
          <a:lstStyle>
            <a:lvl1pPr marL="0" indent="0">
              <a:buFontTx/>
              <a:buNone/>
              <a:defRPr sz="1400"/>
            </a:lvl1pPr>
          </a:lstStyle>
          <a:p>
            <a:endParaRPr lang="en-US" dirty="0"/>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0" y="2700954"/>
            <a:ext cx="4411640" cy="1456087"/>
          </a:xfrm>
          <a:prstGeom prst="rect">
            <a:avLst/>
          </a:prstGeom>
        </p:spPr>
        <p:txBody>
          <a:bodyPr anchor="ctr"/>
          <a:lstStyle>
            <a:lvl1pPr>
              <a:defRPr>
                <a:solidFill>
                  <a:schemeClr val="bg1"/>
                </a:solidFill>
              </a:defRPr>
            </a:lvl1pPr>
          </a:lstStyle>
          <a:p>
            <a:r>
              <a:rPr lang="en-GB" dirty="0"/>
              <a:t>CLICK TO EDIT TITLE</a:t>
            </a:r>
            <a:endParaRPr lang="en-US" dirty="0"/>
          </a:p>
        </p:txBody>
      </p:sp>
    </p:spTree>
    <p:extLst>
      <p:ext uri="{BB962C8B-B14F-4D97-AF65-F5344CB8AC3E}">
        <p14:creationId xmlns:p14="http://schemas.microsoft.com/office/powerpoint/2010/main" val="32849816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sv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White.Strip.Footer">
            <a:extLst>
              <a:ext uri="{FF2B5EF4-FFF2-40B4-BE49-F238E27FC236}">
                <a16:creationId xmlns:a16="http://schemas.microsoft.com/office/drawing/2014/main" id="{CA1C759E-C34F-40B0-240D-BD3B24826B0B}"/>
              </a:ext>
            </a:extLst>
          </p:cNvPr>
          <p:cNvSpPr/>
          <p:nvPr userDrawn="1"/>
        </p:nvSpPr>
        <p:spPr>
          <a:xfrm>
            <a:off x="0" y="6585222"/>
            <a:ext cx="12192000" cy="2759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oter">
            <a:extLst>
              <a:ext uri="{FF2B5EF4-FFF2-40B4-BE49-F238E27FC236}">
                <a16:creationId xmlns:a16="http://schemas.microsoft.com/office/drawing/2014/main" id="{5DE18A1C-E612-604E-AA9F-9A73E465BA68}"/>
              </a:ext>
            </a:extLst>
          </p:cNvPr>
          <p:cNvSpPr txBox="1">
            <a:spLocks/>
          </p:cNvSpPr>
          <p:nvPr userDrawn="1"/>
        </p:nvSpPr>
        <p:spPr>
          <a:xfrm>
            <a:off x="515938" y="6597651"/>
            <a:ext cx="11125200" cy="266492"/>
          </a:xfrm>
          <a:prstGeom prst="rect">
            <a:avLst/>
          </a:prstGeom>
        </p:spPr>
        <p:txBody>
          <a:bodyPr anchor="t">
            <a:noAutofit/>
          </a:bodyPr>
          <a:lstStyle>
            <a:lvl1pPr marL="0" indent="0" algn="l" defTabSz="914400" rtl="0" eaLnBrk="1" latinLnBrk="0" hangingPunct="1">
              <a:lnSpc>
                <a:spcPct val="100000"/>
              </a:lnSpc>
              <a:spcBef>
                <a:spcPts val="1000"/>
              </a:spcBef>
              <a:buClr>
                <a:schemeClr val="accent2"/>
              </a:buClr>
              <a:buFontTx/>
              <a:buNone/>
              <a:defRPr lang="en-GB" sz="1000" b="1" i="0" kern="1200" dirty="0">
                <a:solidFill>
                  <a:schemeClr val="accent1"/>
                </a:solidFill>
                <a:latin typeface="Trebuchet MS" panose="020B0703020202090204" pitchFamily="34" charset="0"/>
                <a:ea typeface="+mn-ea"/>
                <a:cs typeface="Calibri Light" panose="020F0302020204030204" pitchFamily="34" charset="0"/>
              </a:defRPr>
            </a:lvl1pPr>
            <a:lvl2pPr marL="685800" indent="-228600" algn="l" defTabSz="914400" rtl="0" eaLnBrk="1" latinLnBrk="0" hangingPunct="1">
              <a:lnSpc>
                <a:spcPct val="100000"/>
              </a:lnSpc>
              <a:spcBef>
                <a:spcPts val="500"/>
              </a:spcBef>
              <a:buClr>
                <a:schemeClr val="accent2"/>
              </a:buClr>
              <a:buFont typeface="Arial" panose="020B0604020202020204" pitchFamily="34" charset="0"/>
              <a:buChar char="•"/>
              <a:defRPr sz="2200" b="0" i="0" kern="1200">
                <a:solidFill>
                  <a:schemeClr val="tx1"/>
                </a:solidFill>
                <a:latin typeface="Calibri Light" panose="020F0302020204030204" pitchFamily="34" charset="0"/>
                <a:ea typeface="+mn-ea"/>
                <a:cs typeface="Calibri Light" panose="020F0302020204030204" pitchFamily="34" charset="0"/>
              </a:defRPr>
            </a:lvl2pPr>
            <a:lvl3pPr marL="1143000" indent="-228600" algn="l" defTabSz="914400" rtl="0" eaLnBrk="1" latinLnBrk="0" hangingPunct="1">
              <a:lnSpc>
                <a:spcPct val="100000"/>
              </a:lnSpc>
              <a:spcBef>
                <a:spcPts val="500"/>
              </a:spcBef>
              <a:buClr>
                <a:schemeClr val="accent2"/>
              </a:buClr>
              <a:buFont typeface="Arial" panose="020B0604020202020204" pitchFamily="34" charset="0"/>
              <a:buChar char="•"/>
              <a:defRPr sz="2000" b="0" i="0" kern="1200">
                <a:solidFill>
                  <a:schemeClr val="tx1"/>
                </a:solidFill>
                <a:latin typeface="Calibri Light" panose="020F0302020204030204" pitchFamily="34" charset="0"/>
                <a:ea typeface="+mn-ea"/>
                <a:cs typeface="Calibri Light" panose="020F0302020204030204" pitchFamily="34" charset="0"/>
              </a:defRPr>
            </a:lvl3pPr>
            <a:lvl4pPr marL="1600200" indent="-228600" algn="l" defTabSz="914400" rtl="0" eaLnBrk="1" latinLnBrk="0" hangingPunct="1">
              <a:lnSpc>
                <a:spcPct val="100000"/>
              </a:lnSpc>
              <a:spcBef>
                <a:spcPts val="500"/>
              </a:spcBef>
              <a:buClr>
                <a:schemeClr val="accent2"/>
              </a:buClr>
              <a:buFont typeface="Arial" panose="020B0604020202020204" pitchFamily="34" charset="0"/>
              <a:buChar char="•"/>
              <a:defRPr sz="1800" b="0" i="0" kern="1200">
                <a:solidFill>
                  <a:schemeClr val="tx1"/>
                </a:solidFill>
                <a:latin typeface="Calibri Light" panose="020F0302020204030204" pitchFamily="34" charset="0"/>
                <a:ea typeface="+mn-ea"/>
                <a:cs typeface="Calibri Light" panose="020F0302020204030204" pitchFamily="34" charset="0"/>
              </a:defRPr>
            </a:lvl4pPr>
            <a:lvl5pPr marL="2057400" indent="-228600" algn="l" defTabSz="914400" rtl="0" eaLnBrk="1" latinLnBrk="0" hangingPunct="1">
              <a:lnSpc>
                <a:spcPct val="100000"/>
              </a:lnSpc>
              <a:spcBef>
                <a:spcPts val="500"/>
              </a:spcBef>
              <a:buClr>
                <a:schemeClr val="accent2"/>
              </a:buClr>
              <a:buFont typeface="Arial" panose="020B0604020202020204" pitchFamily="34" charset="0"/>
              <a:buChar char="•"/>
              <a:defRPr sz="1800" b="0" i="0" kern="1200">
                <a:solidFill>
                  <a:schemeClr val="tx1"/>
                </a:solidFill>
                <a:latin typeface="Calibri Light" panose="020F0302020204030204" pitchFamily="34" charset="0"/>
                <a:ea typeface="+mn-ea"/>
                <a:cs typeface="Calibri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GB" sz="1000" b="0" i="0" dirty="0">
                <a:solidFill>
                  <a:schemeClr val="accent1"/>
                </a:solidFill>
                <a:latin typeface="Trebuchet MS" panose="020B0703020202090204" pitchFamily="34" charset="0"/>
              </a:rPr>
              <a:t>Engineering · </a:t>
            </a:r>
            <a:r>
              <a:rPr lang="en-GB" sz="1000" b="0" i="0" dirty="0" err="1">
                <a:solidFill>
                  <a:schemeClr val="accent1"/>
                </a:solidFill>
                <a:latin typeface="Trebuchet MS" panose="020B0703020202090204" pitchFamily="34" charset="0"/>
              </a:rPr>
              <a:t>EyobuNjineli</a:t>
            </a:r>
            <a:r>
              <a:rPr lang="en-GB" sz="1000" b="0" i="0" dirty="0">
                <a:solidFill>
                  <a:schemeClr val="accent1"/>
                </a:solidFill>
                <a:latin typeface="Trebuchet MS" panose="020B0703020202090204" pitchFamily="34" charset="0"/>
              </a:rPr>
              <a:t> · </a:t>
            </a:r>
            <a:r>
              <a:rPr lang="en-GB" sz="1000" b="0" i="0" dirty="0" err="1">
                <a:solidFill>
                  <a:schemeClr val="accent1"/>
                </a:solidFill>
                <a:latin typeface="Trebuchet MS" panose="020B0703020202090204" pitchFamily="34" charset="0"/>
              </a:rPr>
              <a:t>Ingenieurswese</a:t>
            </a:r>
            <a:endParaRPr lang="en-GB" sz="1000" b="0" i="0" dirty="0">
              <a:solidFill>
                <a:schemeClr val="accent1"/>
              </a:solidFill>
              <a:latin typeface="Trebuchet MS" panose="020B0703020202090204" pitchFamily="34" charset="0"/>
            </a:endParaRPr>
          </a:p>
        </p:txBody>
      </p:sp>
      <p:cxnSp>
        <p:nvCxnSpPr>
          <p:cNvPr id="7" name="Gold line">
            <a:extLst>
              <a:ext uri="{FF2B5EF4-FFF2-40B4-BE49-F238E27FC236}">
                <a16:creationId xmlns:a16="http://schemas.microsoft.com/office/drawing/2014/main" id="{3693D1F9-4515-3318-7EC4-D360748AA11D}"/>
              </a:ext>
            </a:extLst>
          </p:cNvPr>
          <p:cNvCxnSpPr>
            <a:cxnSpLocks/>
          </p:cNvCxnSpPr>
          <p:nvPr userDrawn="1"/>
        </p:nvCxnSpPr>
        <p:spPr>
          <a:xfrm>
            <a:off x="0" y="6590156"/>
            <a:ext cx="12192000" cy="0"/>
          </a:xfrm>
          <a:prstGeom prst="line">
            <a:avLst/>
          </a:prstGeom>
          <a:ln w="19050">
            <a:solidFill>
              <a:schemeClr val="accent2"/>
            </a:solidFill>
          </a:ln>
        </p:spPr>
        <p:style>
          <a:lnRef idx="1">
            <a:schemeClr val="accent2"/>
          </a:lnRef>
          <a:fillRef idx="0">
            <a:schemeClr val="accent2"/>
          </a:fillRef>
          <a:effectRef idx="0">
            <a:schemeClr val="accent2"/>
          </a:effectRef>
          <a:fontRef idx="minor">
            <a:schemeClr val="tx1"/>
          </a:fontRef>
        </p:style>
      </p:cxnSp>
      <p:sp>
        <p:nvSpPr>
          <p:cNvPr id="3" name="Content placeholder">
            <a:extLst>
              <a:ext uri="{FF2B5EF4-FFF2-40B4-BE49-F238E27FC236}">
                <a16:creationId xmlns:a16="http://schemas.microsoft.com/office/drawing/2014/main" id="{301AC438-5C4B-A74B-973C-02E8105BD4BD}"/>
              </a:ext>
            </a:extLst>
          </p:cNvPr>
          <p:cNvSpPr>
            <a:spLocks noGrp="1"/>
          </p:cNvSpPr>
          <p:nvPr>
            <p:ph type="body" idx="1"/>
          </p:nvPr>
        </p:nvSpPr>
        <p:spPr>
          <a:xfrm>
            <a:off x="340242" y="1708280"/>
            <a:ext cx="11511516" cy="4782544"/>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0" name="White.Banner.Top">
            <a:extLst>
              <a:ext uri="{FF2B5EF4-FFF2-40B4-BE49-F238E27FC236}">
                <a16:creationId xmlns:a16="http://schemas.microsoft.com/office/drawing/2014/main" id="{D70D17EB-87E2-EC45-B0B0-B16E5C2558F6}"/>
              </a:ext>
            </a:extLst>
          </p:cNvPr>
          <p:cNvSpPr/>
          <p:nvPr userDrawn="1"/>
        </p:nvSpPr>
        <p:spPr>
          <a:xfrm>
            <a:off x="0" y="-1"/>
            <a:ext cx="12192000" cy="141875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 name="SU Logo">
            <a:extLst>
              <a:ext uri="{FF2B5EF4-FFF2-40B4-BE49-F238E27FC236}">
                <a16:creationId xmlns:a16="http://schemas.microsoft.com/office/drawing/2014/main" id="{D9086DBD-5A09-A082-83CD-FF70F4F45CF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1"/>
              </a:ext>
            </a:extLst>
          </a:blip>
          <a:stretch>
            <a:fillRect/>
          </a:stretch>
        </p:blipFill>
        <p:spPr>
          <a:xfrm>
            <a:off x="9584456" y="1"/>
            <a:ext cx="2609737" cy="1410832"/>
          </a:xfrm>
          <a:prstGeom prst="rect">
            <a:avLst/>
          </a:prstGeom>
        </p:spPr>
      </p:pic>
      <p:sp>
        <p:nvSpPr>
          <p:cNvPr id="2" name="Title">
            <a:extLst>
              <a:ext uri="{FF2B5EF4-FFF2-40B4-BE49-F238E27FC236}">
                <a16:creationId xmlns:a16="http://schemas.microsoft.com/office/drawing/2014/main" id="{EC044E2A-3062-F245-818F-F465A0481FCB}"/>
              </a:ext>
            </a:extLst>
          </p:cNvPr>
          <p:cNvSpPr>
            <a:spLocks noGrp="1"/>
          </p:cNvSpPr>
          <p:nvPr>
            <p:ph type="title"/>
          </p:nvPr>
        </p:nvSpPr>
        <p:spPr>
          <a:xfrm>
            <a:off x="338049" y="265152"/>
            <a:ext cx="8903973" cy="1052900"/>
          </a:xfrm>
          <a:prstGeom prst="rect">
            <a:avLst/>
          </a:prstGeom>
        </p:spPr>
        <p:txBody>
          <a:bodyPr vert="horz" lIns="91440" tIns="45720" rIns="91440" bIns="45720" rtlCol="0" anchor="t">
            <a:normAutofit/>
          </a:bodyPr>
          <a:lstStyle/>
          <a:p>
            <a:r>
              <a:rPr lang="en-GB" dirty="0"/>
              <a:t>CLICK TO EDIT MASTER TITLE STYLE</a:t>
            </a:r>
            <a:endParaRPr lang="en-US" dirty="0"/>
          </a:p>
        </p:txBody>
      </p:sp>
      <p:cxnSp>
        <p:nvCxnSpPr>
          <p:cNvPr id="17" name="Straight Connector 16" hidden="1">
            <a:extLst>
              <a:ext uri="{FF2B5EF4-FFF2-40B4-BE49-F238E27FC236}">
                <a16:creationId xmlns:a16="http://schemas.microsoft.com/office/drawing/2014/main" id="{D5D9A9DC-00EF-2E31-9F03-326088DB4048}"/>
              </a:ext>
            </a:extLst>
          </p:cNvPr>
          <p:cNvCxnSpPr/>
          <p:nvPr userDrawn="1"/>
        </p:nvCxnSpPr>
        <p:spPr>
          <a:xfrm>
            <a:off x="-355601" y="1413743"/>
            <a:ext cx="13926457" cy="0"/>
          </a:xfrm>
          <a:prstGeom prst="line">
            <a:avLst/>
          </a:prstGeom>
        </p:spPr>
        <p:style>
          <a:lnRef idx="1">
            <a:schemeClr val="accent1"/>
          </a:lnRef>
          <a:fillRef idx="0">
            <a:schemeClr val="accent1"/>
          </a:fillRef>
          <a:effectRef idx="0">
            <a:schemeClr val="accent1"/>
          </a:effectRef>
          <a:fontRef idx="minor">
            <a:schemeClr val="tx1"/>
          </a:fontRef>
        </p:style>
      </p:cxnSp>
      <p:sp>
        <p:nvSpPr>
          <p:cNvPr id="18" name="Rectangle 17" hidden="1">
            <a:extLst>
              <a:ext uri="{FF2B5EF4-FFF2-40B4-BE49-F238E27FC236}">
                <a16:creationId xmlns:a16="http://schemas.microsoft.com/office/drawing/2014/main" id="{FFDA071B-3A7E-3265-CD6B-8B290A273793}"/>
              </a:ext>
            </a:extLst>
          </p:cNvPr>
          <p:cNvSpPr/>
          <p:nvPr userDrawn="1"/>
        </p:nvSpPr>
        <p:spPr>
          <a:xfrm>
            <a:off x="340242" y="354420"/>
            <a:ext cx="11511517" cy="6142892"/>
          </a:xfrm>
          <a:prstGeom prst="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hidden="1">
            <a:extLst>
              <a:ext uri="{FF2B5EF4-FFF2-40B4-BE49-F238E27FC236}">
                <a16:creationId xmlns:a16="http://schemas.microsoft.com/office/drawing/2014/main" id="{22D32F58-0A4C-7878-21CF-B413B294E22E}"/>
              </a:ext>
            </a:extLst>
          </p:cNvPr>
          <p:cNvSpPr/>
          <p:nvPr userDrawn="1"/>
        </p:nvSpPr>
        <p:spPr>
          <a:xfrm>
            <a:off x="9584456" y="313273"/>
            <a:ext cx="342272" cy="34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Connector 20" hidden="1">
            <a:extLst>
              <a:ext uri="{FF2B5EF4-FFF2-40B4-BE49-F238E27FC236}">
                <a16:creationId xmlns:a16="http://schemas.microsoft.com/office/drawing/2014/main" id="{FA2AA88C-E7FB-D2AE-FFF2-E135C26E6D42}"/>
              </a:ext>
            </a:extLst>
          </p:cNvPr>
          <p:cNvCxnSpPr/>
          <p:nvPr userDrawn="1"/>
        </p:nvCxnSpPr>
        <p:spPr>
          <a:xfrm>
            <a:off x="9249110" y="-425303"/>
            <a:ext cx="0" cy="7549117"/>
          </a:xfrm>
          <a:prstGeom prst="line">
            <a:avLst/>
          </a:prstGeom>
        </p:spPr>
        <p:style>
          <a:lnRef idx="1">
            <a:schemeClr val="accent1"/>
          </a:lnRef>
          <a:fillRef idx="0">
            <a:schemeClr val="accent1"/>
          </a:fillRef>
          <a:effectRef idx="0">
            <a:schemeClr val="accent1"/>
          </a:effectRef>
          <a:fontRef idx="minor">
            <a:schemeClr val="tx1"/>
          </a:fontRef>
        </p:style>
      </p:cxnSp>
      <p:sp>
        <p:nvSpPr>
          <p:cNvPr id="23" name="Rectangle 22" hidden="1">
            <a:extLst>
              <a:ext uri="{FF2B5EF4-FFF2-40B4-BE49-F238E27FC236}">
                <a16:creationId xmlns:a16="http://schemas.microsoft.com/office/drawing/2014/main" id="{BBA097D7-678A-F0BE-FE91-E7E8F3A9FBFD}"/>
              </a:ext>
            </a:extLst>
          </p:cNvPr>
          <p:cNvSpPr/>
          <p:nvPr userDrawn="1"/>
        </p:nvSpPr>
        <p:spPr>
          <a:xfrm>
            <a:off x="9262234" y="6504999"/>
            <a:ext cx="342272" cy="34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 name="Straight Connector 23" hidden="1">
            <a:extLst>
              <a:ext uri="{FF2B5EF4-FFF2-40B4-BE49-F238E27FC236}">
                <a16:creationId xmlns:a16="http://schemas.microsoft.com/office/drawing/2014/main" id="{B48ACC47-CB5D-F4B3-89E0-DFC2258C411D}"/>
              </a:ext>
            </a:extLst>
          </p:cNvPr>
          <p:cNvCxnSpPr/>
          <p:nvPr userDrawn="1"/>
        </p:nvCxnSpPr>
        <p:spPr>
          <a:xfrm>
            <a:off x="-355058" y="1697394"/>
            <a:ext cx="13532342" cy="0"/>
          </a:xfrm>
          <a:prstGeom prst="line">
            <a:avLst/>
          </a:prstGeom>
        </p:spPr>
        <p:style>
          <a:lnRef idx="1">
            <a:schemeClr val="accent3"/>
          </a:lnRef>
          <a:fillRef idx="0">
            <a:schemeClr val="accent3"/>
          </a:fillRef>
          <a:effectRef idx="0">
            <a:schemeClr val="accent3"/>
          </a:effectRef>
          <a:fontRef idx="minor">
            <a:schemeClr val="tx1"/>
          </a:fontRef>
        </p:style>
      </p:cxnSp>
    </p:spTree>
    <p:extLst>
      <p:ext uri="{BB962C8B-B14F-4D97-AF65-F5344CB8AC3E}">
        <p14:creationId xmlns:p14="http://schemas.microsoft.com/office/powerpoint/2010/main" val="185710988"/>
      </p:ext>
    </p:extLst>
  </p:cSld>
  <p:clrMap bg1="lt1" tx1="dk1" bg2="lt2" tx2="dk2" accent1="accent1" accent2="accent2" accent3="accent3" accent4="accent4" accent5="accent5" accent6="accent6" hlink="hlink" folHlink="folHlink"/>
  <p:sldLayoutIdLst>
    <p:sldLayoutId id="2147483771" r:id="rId1"/>
    <p:sldLayoutId id="2147483772" r:id="rId2"/>
    <p:sldLayoutId id="2147483697" r:id="rId3"/>
    <p:sldLayoutId id="2147483725" r:id="rId4"/>
    <p:sldLayoutId id="2147483712" r:id="rId5"/>
    <p:sldLayoutId id="2147483716" r:id="rId6"/>
    <p:sldLayoutId id="2147483741" r:id="rId7"/>
    <p:sldLayoutId id="2147483729" r:id="rId8"/>
    <p:sldLayoutId id="2147483769" r:id="rId9"/>
    <p:sldLayoutId id="2147483768" r:id="rId10"/>
    <p:sldLayoutId id="2147483757" r:id="rId11"/>
    <p:sldLayoutId id="2147483760" r:id="rId12"/>
    <p:sldLayoutId id="2147483761" r:id="rId13"/>
    <p:sldLayoutId id="2147483764" r:id="rId14"/>
    <p:sldLayoutId id="2147483756" r:id="rId15"/>
    <p:sldLayoutId id="2147483765" r:id="rId16"/>
    <p:sldLayoutId id="2147483766" r:id="rId17"/>
    <p:sldLayoutId id="2147483755" r:id="rId18"/>
    <p:sldLayoutId id="2147483767" r:id="rId19"/>
  </p:sldLayoutIdLst>
  <p:txStyles>
    <p:titleStyle>
      <a:lvl1pPr algn="l" defTabSz="914400" rtl="0" eaLnBrk="1" latinLnBrk="0" hangingPunct="1">
        <a:lnSpc>
          <a:spcPct val="90000"/>
        </a:lnSpc>
        <a:spcBef>
          <a:spcPct val="0"/>
        </a:spcBef>
        <a:buNone/>
        <a:defRPr sz="3200" b="1" i="0" kern="1200">
          <a:solidFill>
            <a:schemeClr val="accent1"/>
          </a:solidFill>
          <a:latin typeface="Trebuchet MS" panose="020B0703020202090204" pitchFamily="34" charset="0"/>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2400" b="0" i="0" kern="1200">
          <a:solidFill>
            <a:schemeClr val="tx1"/>
          </a:solidFill>
          <a:latin typeface="Trebuchet MS" panose="020B0703020202090204" pitchFamily="34" charset="0"/>
          <a:ea typeface="+mn-ea"/>
          <a:cs typeface="Calibri Light" panose="020F0302020204030204" pitchFamily="34" charset="0"/>
        </a:defRPr>
      </a:lvl1pPr>
      <a:lvl2pPr marL="685800" indent="-228600" algn="l" defTabSz="914400" rtl="0" eaLnBrk="1" latinLnBrk="0" hangingPunct="1">
        <a:lnSpc>
          <a:spcPct val="100000"/>
        </a:lnSpc>
        <a:spcBef>
          <a:spcPts val="500"/>
        </a:spcBef>
        <a:buClr>
          <a:schemeClr val="accent2"/>
        </a:buClr>
        <a:buFont typeface="Arial" panose="020B0604020202020204" pitchFamily="34" charset="0"/>
        <a:buChar char="•"/>
        <a:defRPr sz="2200" b="0" i="0" kern="1200">
          <a:solidFill>
            <a:schemeClr val="tx1"/>
          </a:solidFill>
          <a:latin typeface="Trebuchet MS" panose="020B0703020202090204" pitchFamily="34" charset="0"/>
          <a:ea typeface="+mn-ea"/>
          <a:cs typeface="Calibri Light" panose="020F0302020204030204" pitchFamily="34" charset="0"/>
        </a:defRPr>
      </a:lvl2pPr>
      <a:lvl3pPr marL="1143000" indent="-228600" algn="l" defTabSz="914400" rtl="0" eaLnBrk="1" latinLnBrk="0" hangingPunct="1">
        <a:lnSpc>
          <a:spcPct val="100000"/>
        </a:lnSpc>
        <a:spcBef>
          <a:spcPts val="500"/>
        </a:spcBef>
        <a:buClr>
          <a:schemeClr val="accent2"/>
        </a:buClr>
        <a:buFont typeface="Arial" panose="020B0604020202020204" pitchFamily="34" charset="0"/>
        <a:buChar char="•"/>
        <a:defRPr sz="2000" b="0" i="0" kern="1200">
          <a:solidFill>
            <a:schemeClr val="tx1"/>
          </a:solidFill>
          <a:latin typeface="Trebuchet MS" panose="020B0703020202090204" pitchFamily="34" charset="0"/>
          <a:ea typeface="+mn-ea"/>
          <a:cs typeface="Calibri Light" panose="020F0302020204030204" pitchFamily="34" charset="0"/>
        </a:defRPr>
      </a:lvl3pPr>
      <a:lvl4pPr marL="1600200" indent="-228600" algn="l" defTabSz="914400" rtl="0" eaLnBrk="1" latinLnBrk="0" hangingPunct="1">
        <a:lnSpc>
          <a:spcPct val="100000"/>
        </a:lnSpc>
        <a:spcBef>
          <a:spcPts val="500"/>
        </a:spcBef>
        <a:buClr>
          <a:schemeClr val="accent2"/>
        </a:buClr>
        <a:buFont typeface="Arial" panose="020B0604020202020204" pitchFamily="34" charset="0"/>
        <a:buChar char="•"/>
        <a:defRPr sz="1800" b="0" i="0" kern="1200">
          <a:solidFill>
            <a:schemeClr val="tx1"/>
          </a:solidFill>
          <a:latin typeface="Trebuchet MS" panose="020B0703020202090204" pitchFamily="34" charset="0"/>
          <a:ea typeface="+mn-ea"/>
          <a:cs typeface="Calibri Light" panose="020F0302020204030204" pitchFamily="34" charset="0"/>
        </a:defRPr>
      </a:lvl4pPr>
      <a:lvl5pPr marL="2057400" indent="-228600" algn="l" defTabSz="914400" rtl="0" eaLnBrk="1" latinLnBrk="0" hangingPunct="1">
        <a:lnSpc>
          <a:spcPct val="100000"/>
        </a:lnSpc>
        <a:spcBef>
          <a:spcPts val="500"/>
        </a:spcBef>
        <a:buClr>
          <a:schemeClr val="accent2"/>
        </a:buClr>
        <a:buFont typeface="Arial" panose="020B0604020202020204" pitchFamily="34" charset="0"/>
        <a:buChar char="•"/>
        <a:defRPr sz="1800" b="0" i="0" kern="1200">
          <a:solidFill>
            <a:schemeClr val="tx1"/>
          </a:solidFill>
          <a:latin typeface="Trebuchet MS" panose="020B0703020202090204" pitchFamily="34" charset="0"/>
          <a:ea typeface="+mn-ea"/>
          <a:cs typeface="Calibri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95" userDrawn="1">
          <p15:clr>
            <a:srgbClr val="F26B43"/>
          </p15:clr>
        </p15:guide>
        <p15:guide id="2" pos="325" userDrawn="1">
          <p15:clr>
            <a:srgbClr val="F26B43"/>
          </p15:clr>
        </p15:guide>
        <p15:guide id="3" pos="166" userDrawn="1">
          <p15:clr>
            <a:srgbClr val="F26B43"/>
          </p15:clr>
        </p15:guide>
        <p15:guide id="4" pos="7514" userDrawn="1">
          <p15:clr>
            <a:srgbClr val="F26B43"/>
          </p15:clr>
        </p15:guide>
        <p15:guide id="5" pos="7333" userDrawn="1">
          <p15:clr>
            <a:srgbClr val="F26B43"/>
          </p15:clr>
        </p15:guide>
        <p15:guide id="6" orient="horz" pos="4156" userDrawn="1">
          <p15:clr>
            <a:srgbClr val="F26B43"/>
          </p15:clr>
        </p15:guide>
        <p15:guide id="7" orient="horz" pos="232" userDrawn="1">
          <p15:clr>
            <a:srgbClr val="F26B43"/>
          </p15:clr>
        </p15:guide>
        <p15:guide id="8" pos="3840" userDrawn="1">
          <p15:clr>
            <a:srgbClr val="F26B43"/>
          </p15:clr>
        </p15:guide>
        <p15:guide id="9" orient="horz" pos="867"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5.svg"/><Relationship Id="rId4" Type="http://schemas.openxmlformats.org/officeDocument/2006/relationships/image" Target="../media/image17.sv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8" Type="http://schemas.openxmlformats.org/officeDocument/2006/relationships/customXml" Target="../ink/ink1.xml"/><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8.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image" Target="../media/image19.png"/></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image" Target="../media/image24.png"/><Relationship Id="rId5" Type="http://schemas.openxmlformats.org/officeDocument/2006/relationships/customXml" Target="../ink/ink2.xml"/><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1.xml"/><Relationship Id="rId1" Type="http://schemas.openxmlformats.org/officeDocument/2006/relationships/slideLayout" Target="../slideLayouts/slideLayout19.xml"/><Relationship Id="rId4" Type="http://schemas.openxmlformats.org/officeDocument/2006/relationships/image" Target="../media/image27.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pic>
        <p:nvPicPr>
          <p:cNvPr id="4" name="Picture Placeholder 3">
            <a:extLst>
              <a:ext uri="{FF2B5EF4-FFF2-40B4-BE49-F238E27FC236}">
                <a16:creationId xmlns:a16="http://schemas.microsoft.com/office/drawing/2014/main" id="{5E4ABA86-AFB5-7B73-8384-570B019D6C0A}"/>
              </a:ext>
            </a:extLst>
          </p:cNvPr>
          <p:cNvPicPr>
            <a:picLocks noGrp="1" noChangeAspect="1"/>
          </p:cNvPicPr>
          <p:nvPr>
            <p:ph type="pic" sz="quarter" idx="11"/>
          </p:nvPr>
        </p:nvPicPr>
        <p:blipFill>
          <a:blip r:embed="rId3"/>
          <a:srcRect/>
          <a:stretch/>
        </p:blipFill>
        <p:spPr/>
      </p:pic>
      <p:grpSp>
        <p:nvGrpSpPr>
          <p:cNvPr id="5" name="Group 4">
            <a:extLst>
              <a:ext uri="{FF2B5EF4-FFF2-40B4-BE49-F238E27FC236}">
                <a16:creationId xmlns:a16="http://schemas.microsoft.com/office/drawing/2014/main" id="{59394884-670C-8A61-70B0-978E7260D298}"/>
              </a:ext>
            </a:extLst>
          </p:cNvPr>
          <p:cNvGrpSpPr>
            <a:grpSpLocks noGrp="1" noUngrp="1" noRot="1" noMove="1" noResize="1"/>
          </p:cNvGrpSpPr>
          <p:nvPr/>
        </p:nvGrpSpPr>
        <p:grpSpPr>
          <a:xfrm>
            <a:off x="-8171" y="-214184"/>
            <a:ext cx="12461813" cy="3790815"/>
            <a:chOff x="-8171" y="-214184"/>
            <a:chExt cx="12461813" cy="3790815"/>
          </a:xfrm>
        </p:grpSpPr>
        <p:pic>
          <p:nvPicPr>
            <p:cNvPr id="6" name="Curve">
              <a:extLst>
                <a:ext uri="{FF2B5EF4-FFF2-40B4-BE49-F238E27FC236}">
                  <a16:creationId xmlns:a16="http://schemas.microsoft.com/office/drawing/2014/main" id="{4B145556-C34D-0A7E-FEAA-8279605635E3}"/>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4"/>
                </a:ext>
              </a:extLst>
            </a:blip>
            <a:stretch>
              <a:fillRect/>
            </a:stretch>
          </p:blipFill>
          <p:spPr>
            <a:xfrm>
              <a:off x="10387477" y="-214184"/>
              <a:ext cx="2066165" cy="3790815"/>
            </a:xfrm>
            <a:prstGeom prst="rect">
              <a:avLst/>
            </a:prstGeom>
          </p:spPr>
        </p:pic>
        <p:sp>
          <p:nvSpPr>
            <p:cNvPr id="7" name="Gradient overlay">
              <a:extLst>
                <a:ext uri="{FF2B5EF4-FFF2-40B4-BE49-F238E27FC236}">
                  <a16:creationId xmlns:a16="http://schemas.microsoft.com/office/drawing/2014/main" id="{BBF4A260-9609-C766-0148-09606B5717D8}"/>
                </a:ext>
              </a:extLst>
            </p:cNvPr>
            <p:cNvSpPr>
              <a:spLocks noGrp="1" noRot="1" noMove="1" noResize="1" noEditPoints="1" noAdjustHandles="1" noChangeArrowheads="1" noChangeShapeType="1"/>
            </p:cNvSpPr>
            <p:nvPr/>
          </p:nvSpPr>
          <p:spPr>
            <a:xfrm flipH="1">
              <a:off x="-8171" y="1"/>
              <a:ext cx="12200169" cy="2099143"/>
            </a:xfrm>
            <a:prstGeom prst="rect">
              <a:avLst/>
            </a:prstGeom>
            <a:gradFill flip="none" rotWithShape="1">
              <a:gsLst>
                <a:gs pos="50000">
                  <a:schemeClr val="bg1">
                    <a:alpha val="0"/>
                    <a:lumMod val="0"/>
                  </a:schemeClr>
                </a:gs>
                <a:gs pos="100000">
                  <a:srgbClr val="000000"/>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pic>
          <p:nvPicPr>
            <p:cNvPr id="8" name="SU Logo">
              <a:extLst>
                <a:ext uri="{FF2B5EF4-FFF2-40B4-BE49-F238E27FC236}">
                  <a16:creationId xmlns:a16="http://schemas.microsoft.com/office/drawing/2014/main" id="{FF0CBA08-0C0D-34E3-8B57-1EEA09653201}"/>
                </a:ext>
              </a:extLst>
            </p:cNvPr>
            <p:cNvPicPr>
              <a:picLocks noGrp="1" noRot="1" noChangeAspect="1" noMove="1" noResize="1" noEditPoints="1" noAdjustHandles="1" noChangeArrowheads="1" noChangeShapeType="1" noCrop="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2251" y="-1166"/>
              <a:ext cx="2780212" cy="1502988"/>
            </a:xfrm>
            <a:prstGeom prst="rect">
              <a:avLst/>
            </a:prstGeom>
          </p:spPr>
        </p:pic>
      </p:grpSp>
      <p:sp>
        <p:nvSpPr>
          <p:cNvPr id="11" name="Photo by ...">
            <a:extLst>
              <a:ext uri="{FF2B5EF4-FFF2-40B4-BE49-F238E27FC236}">
                <a16:creationId xmlns:a16="http://schemas.microsoft.com/office/drawing/2014/main" id="{B71CAEA3-7A36-C917-B9FD-CB9224C5AD22}"/>
              </a:ext>
            </a:extLst>
          </p:cNvPr>
          <p:cNvSpPr txBox="1"/>
          <p:nvPr/>
        </p:nvSpPr>
        <p:spPr>
          <a:xfrm>
            <a:off x="9987402" y="5888548"/>
            <a:ext cx="1433157" cy="230832"/>
          </a:xfrm>
          <a:prstGeom prst="rect">
            <a:avLst/>
          </a:prstGeom>
          <a:noFill/>
        </p:spPr>
        <p:txBody>
          <a:bodyPr wrap="square" rtlCol="0">
            <a:spAutoFit/>
          </a:bodyPr>
          <a:lstStyle/>
          <a:p>
            <a:pPr algn="r"/>
            <a:r>
              <a:rPr lang="en-GB" sz="900" dirty="0">
                <a:solidFill>
                  <a:schemeClr val="bg1">
                    <a:lumMod val="95000"/>
                  </a:schemeClr>
                </a:solidFill>
                <a:latin typeface="Trebuchet MS" panose="020B0703020202090204" pitchFamily="34" charset="0"/>
              </a:rPr>
              <a:t>Photo by Stefan Els</a:t>
            </a:r>
          </a:p>
        </p:txBody>
      </p:sp>
      <p:sp>
        <p:nvSpPr>
          <p:cNvPr id="2" name="Round Single Corner of Rectangle 1">
            <a:extLst>
              <a:ext uri="{FF2B5EF4-FFF2-40B4-BE49-F238E27FC236}">
                <a16:creationId xmlns:a16="http://schemas.microsoft.com/office/drawing/2014/main" id="{7D55008C-A00F-F3F0-C475-9E20581809CA}"/>
              </a:ext>
            </a:extLst>
          </p:cNvPr>
          <p:cNvSpPr/>
          <p:nvPr/>
        </p:nvSpPr>
        <p:spPr>
          <a:xfrm flipV="1">
            <a:off x="-8171" y="3015848"/>
            <a:ext cx="9856026" cy="2290526"/>
          </a:xfrm>
          <a:prstGeom prst="round1Rect">
            <a:avLst>
              <a:gd name="adj" fmla="val 32213"/>
            </a:avLst>
          </a:prstGeom>
          <a:solidFill>
            <a:srgbClr val="000000">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Placeholder">
            <a:extLst>
              <a:ext uri="{FF2B5EF4-FFF2-40B4-BE49-F238E27FC236}">
                <a16:creationId xmlns:a16="http://schemas.microsoft.com/office/drawing/2014/main" id="{F79EAB59-C86C-9379-6C09-EEBA9941519D}"/>
              </a:ext>
            </a:extLst>
          </p:cNvPr>
          <p:cNvSpPr>
            <a:spLocks noGrp="1"/>
          </p:cNvSpPr>
          <p:nvPr>
            <p:ph type="title"/>
          </p:nvPr>
        </p:nvSpPr>
        <p:spPr/>
        <p:txBody>
          <a:bodyPr/>
          <a:lstStyle/>
          <a:p>
            <a:r>
              <a:rPr lang="en-US" dirty="0"/>
              <a:t>Raspberry Pi Laparoscope: Progress Meeting</a:t>
            </a:r>
            <a:br>
              <a:rPr lang="en-US" dirty="0"/>
            </a:br>
            <a:r>
              <a:rPr lang="en-US" dirty="0"/>
              <a:t>By Pieter Breytenbach</a:t>
            </a:r>
          </a:p>
        </p:txBody>
      </p:sp>
    </p:spTree>
    <p:extLst>
      <p:ext uri="{BB962C8B-B14F-4D97-AF65-F5344CB8AC3E}">
        <p14:creationId xmlns:p14="http://schemas.microsoft.com/office/powerpoint/2010/main" val="4409464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67F9590-B1F9-6695-6FA2-16B434ABD844}"/>
              </a:ext>
            </a:extLst>
          </p:cNvPr>
          <p:cNvSpPr>
            <a:spLocks noGrp="1"/>
          </p:cNvSpPr>
          <p:nvPr>
            <p:ph idx="1"/>
          </p:nvPr>
        </p:nvSpPr>
        <p:spPr>
          <a:xfrm>
            <a:off x="5384799" y="1701053"/>
            <a:ext cx="6474047" cy="4797998"/>
          </a:xfrm>
        </p:spPr>
        <p:txBody>
          <a:bodyPr>
            <a:normAutofit/>
          </a:bodyPr>
          <a:lstStyle/>
          <a:p>
            <a:r>
              <a:rPr lang="en-ZA" dirty="0"/>
              <a:t>What is a laparoscope?</a:t>
            </a:r>
          </a:p>
          <a:p>
            <a:r>
              <a:rPr lang="en-ZA" dirty="0"/>
              <a:t>Objectives and motivation</a:t>
            </a:r>
          </a:p>
          <a:p>
            <a:r>
              <a:rPr lang="en-ZA" dirty="0"/>
              <a:t>Current progress</a:t>
            </a:r>
          </a:p>
          <a:p>
            <a:r>
              <a:rPr lang="en-ZA" dirty="0"/>
              <a:t>Main design dimensions</a:t>
            </a:r>
          </a:p>
          <a:p>
            <a:r>
              <a:rPr lang="en-ZA" dirty="0"/>
              <a:t>Selected concept</a:t>
            </a:r>
          </a:p>
          <a:p>
            <a:r>
              <a:rPr lang="en-ZA" dirty="0"/>
              <a:t>Camera modules</a:t>
            </a:r>
          </a:p>
          <a:p>
            <a:r>
              <a:rPr lang="en-ZA" dirty="0"/>
              <a:t>Planned steps</a:t>
            </a:r>
          </a:p>
          <a:p>
            <a:endParaRPr lang="en-ZA" dirty="0"/>
          </a:p>
          <a:p>
            <a:endParaRPr lang="en-ZA" dirty="0"/>
          </a:p>
        </p:txBody>
      </p:sp>
      <p:sp>
        <p:nvSpPr>
          <p:cNvPr id="3" name="Title 2">
            <a:extLst>
              <a:ext uri="{FF2B5EF4-FFF2-40B4-BE49-F238E27FC236}">
                <a16:creationId xmlns:a16="http://schemas.microsoft.com/office/drawing/2014/main" id="{0B1A763D-76F9-5975-FEE5-79436932D340}"/>
              </a:ext>
            </a:extLst>
          </p:cNvPr>
          <p:cNvSpPr>
            <a:spLocks noGrp="1"/>
          </p:cNvSpPr>
          <p:nvPr>
            <p:ph type="title"/>
          </p:nvPr>
        </p:nvSpPr>
        <p:spPr>
          <a:xfrm>
            <a:off x="333523" y="2162753"/>
            <a:ext cx="4639444" cy="2258171"/>
          </a:xfrm>
        </p:spPr>
        <p:txBody>
          <a:bodyPr anchor="ctr">
            <a:normAutofit/>
          </a:bodyPr>
          <a:lstStyle/>
          <a:p>
            <a:r>
              <a:rPr lang="en-ZA" dirty="0"/>
              <a:t>Contents</a:t>
            </a:r>
          </a:p>
        </p:txBody>
      </p:sp>
    </p:spTree>
    <p:extLst>
      <p:ext uri="{BB962C8B-B14F-4D97-AF65-F5344CB8AC3E}">
        <p14:creationId xmlns:p14="http://schemas.microsoft.com/office/powerpoint/2010/main" val="34353416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FB2A1FE-B097-7E1A-CD2E-B5431E7C972A}"/>
              </a:ext>
            </a:extLst>
          </p:cNvPr>
          <p:cNvPicPr>
            <a:picLocks noGrp="1" noChangeAspect="1"/>
          </p:cNvPicPr>
          <p:nvPr>
            <p:ph idx="1"/>
          </p:nvPr>
        </p:nvPicPr>
        <p:blipFill>
          <a:blip r:embed="rId3"/>
          <a:stretch>
            <a:fillRect/>
          </a:stretch>
        </p:blipFill>
        <p:spPr>
          <a:xfrm>
            <a:off x="6600131" y="1701053"/>
            <a:ext cx="4043383" cy="4797998"/>
          </a:xfrm>
          <a:prstGeom prst="rect">
            <a:avLst/>
          </a:prstGeom>
          <a:noFill/>
        </p:spPr>
      </p:pic>
      <p:sp>
        <p:nvSpPr>
          <p:cNvPr id="2" name="Title 1">
            <a:extLst>
              <a:ext uri="{FF2B5EF4-FFF2-40B4-BE49-F238E27FC236}">
                <a16:creationId xmlns:a16="http://schemas.microsoft.com/office/drawing/2014/main" id="{C29186A4-A253-B1B7-CE1A-71EC9DF96EFB}"/>
              </a:ext>
            </a:extLst>
          </p:cNvPr>
          <p:cNvSpPr>
            <a:spLocks noGrp="1"/>
          </p:cNvSpPr>
          <p:nvPr>
            <p:ph type="title"/>
          </p:nvPr>
        </p:nvSpPr>
        <p:spPr>
          <a:xfrm>
            <a:off x="333523" y="2162753"/>
            <a:ext cx="4639444" cy="2258171"/>
          </a:xfrm>
        </p:spPr>
        <p:txBody>
          <a:bodyPr anchor="ctr">
            <a:normAutofit/>
          </a:bodyPr>
          <a:lstStyle/>
          <a:p>
            <a:r>
              <a:rPr lang="en-US" dirty="0"/>
              <a:t>What is a laparoscope?</a:t>
            </a:r>
          </a:p>
        </p:txBody>
      </p:sp>
    </p:spTree>
    <p:extLst>
      <p:ext uri="{BB962C8B-B14F-4D97-AF65-F5344CB8AC3E}">
        <p14:creationId xmlns:p14="http://schemas.microsoft.com/office/powerpoint/2010/main" val="3241942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2E0A28-142F-7FC9-8109-7AF24003E8E2}"/>
              </a:ext>
            </a:extLst>
          </p:cNvPr>
          <p:cNvSpPr>
            <a:spLocks noGrp="1"/>
          </p:cNvSpPr>
          <p:nvPr>
            <p:ph idx="1"/>
          </p:nvPr>
        </p:nvSpPr>
        <p:spPr>
          <a:xfrm>
            <a:off x="5384799" y="1701053"/>
            <a:ext cx="6474047" cy="4797998"/>
          </a:xfrm>
        </p:spPr>
        <p:txBody>
          <a:bodyPr>
            <a:normAutofit/>
          </a:bodyPr>
          <a:lstStyle/>
          <a:p>
            <a:pPr marL="342900" indent="-342900"/>
            <a:r>
              <a:rPr lang="en-US" dirty="0"/>
              <a:t>Design, program, and build a low-cost laparoscope</a:t>
            </a:r>
          </a:p>
          <a:p>
            <a:pPr marL="342900" indent="-342900"/>
            <a:r>
              <a:rPr lang="en-US" dirty="0"/>
              <a:t>Design and build a testing station</a:t>
            </a:r>
          </a:p>
          <a:p>
            <a:pPr marL="342900" indent="-342900"/>
            <a:r>
              <a:rPr lang="en-US" dirty="0"/>
              <a:t>Test and evaluate the laparoscope’s performance</a:t>
            </a:r>
          </a:p>
          <a:p>
            <a:endParaRPr lang="en-US" dirty="0"/>
          </a:p>
        </p:txBody>
      </p:sp>
      <p:sp>
        <p:nvSpPr>
          <p:cNvPr id="2" name="Title 1">
            <a:extLst>
              <a:ext uri="{FF2B5EF4-FFF2-40B4-BE49-F238E27FC236}">
                <a16:creationId xmlns:a16="http://schemas.microsoft.com/office/drawing/2014/main" id="{F0CFFA18-C11E-7F7C-24A2-A50086615A6A}"/>
              </a:ext>
            </a:extLst>
          </p:cNvPr>
          <p:cNvSpPr>
            <a:spLocks noGrp="1"/>
          </p:cNvSpPr>
          <p:nvPr>
            <p:ph type="title"/>
          </p:nvPr>
        </p:nvSpPr>
        <p:spPr>
          <a:xfrm>
            <a:off x="333523" y="2162753"/>
            <a:ext cx="4639444" cy="2258171"/>
          </a:xfrm>
        </p:spPr>
        <p:txBody>
          <a:bodyPr anchor="ctr">
            <a:normAutofit/>
          </a:bodyPr>
          <a:lstStyle/>
          <a:p>
            <a:r>
              <a:rPr lang="en-US" dirty="0"/>
              <a:t>Objectives</a:t>
            </a:r>
          </a:p>
        </p:txBody>
      </p:sp>
    </p:spTree>
    <p:extLst>
      <p:ext uri="{BB962C8B-B14F-4D97-AF65-F5344CB8AC3E}">
        <p14:creationId xmlns:p14="http://schemas.microsoft.com/office/powerpoint/2010/main" val="21919159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9C3506-7635-63DE-22DC-314B147708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71D377-66E3-B275-932C-1A7A296E5E9A}"/>
              </a:ext>
            </a:extLst>
          </p:cNvPr>
          <p:cNvSpPr>
            <a:spLocks noGrp="1"/>
          </p:cNvSpPr>
          <p:nvPr>
            <p:ph type="title"/>
          </p:nvPr>
        </p:nvSpPr>
        <p:spPr>
          <a:xfrm>
            <a:off x="333523" y="2162753"/>
            <a:ext cx="4639444" cy="2258171"/>
          </a:xfrm>
        </p:spPr>
        <p:txBody>
          <a:bodyPr anchor="ctr">
            <a:normAutofit/>
          </a:bodyPr>
          <a:lstStyle/>
          <a:p>
            <a:r>
              <a:rPr lang="en-US" dirty="0"/>
              <a:t>Motivation</a:t>
            </a:r>
          </a:p>
        </p:txBody>
      </p:sp>
      <p:graphicFrame>
        <p:nvGraphicFramePr>
          <p:cNvPr id="5" name="Content Placeholder 2">
            <a:extLst>
              <a:ext uri="{FF2B5EF4-FFF2-40B4-BE49-F238E27FC236}">
                <a16:creationId xmlns:a16="http://schemas.microsoft.com/office/drawing/2014/main" id="{D968E5EE-A84D-C193-C0A0-C65B2333BCFF}"/>
              </a:ext>
            </a:extLst>
          </p:cNvPr>
          <p:cNvGraphicFramePr>
            <a:graphicFrameLocks noGrp="1"/>
          </p:cNvGraphicFramePr>
          <p:nvPr>
            <p:ph idx="1"/>
            <p:extLst>
              <p:ext uri="{D42A27DB-BD31-4B8C-83A1-F6EECF244321}">
                <p14:modId xmlns:p14="http://schemas.microsoft.com/office/powerpoint/2010/main" val="2560546293"/>
              </p:ext>
            </p:extLst>
          </p:nvPr>
        </p:nvGraphicFramePr>
        <p:xfrm>
          <a:off x="5384800" y="1701053"/>
          <a:ext cx="6474045" cy="478683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mc:AlternateContent xmlns:mc="http://schemas.openxmlformats.org/markup-compatibility/2006">
        <mc:Choice xmlns:p14="http://schemas.microsoft.com/office/powerpoint/2010/main" Requires="p14">
          <p:contentPart p14:bwMode="auto" r:id="rId8">
            <p14:nvContentPartPr>
              <p14:cNvPr id="4" name="Ink 3">
                <a:extLst>
                  <a:ext uri="{FF2B5EF4-FFF2-40B4-BE49-F238E27FC236}">
                    <a16:creationId xmlns:a16="http://schemas.microsoft.com/office/drawing/2014/main" id="{FC8041EF-C13E-FDB1-8F6A-2382DE569C72}"/>
                  </a:ext>
                </a:extLst>
              </p14:cNvPr>
              <p14:cNvContentPartPr/>
              <p14:nvPr/>
            </p14:nvContentPartPr>
            <p14:xfrm>
              <a:off x="1362600" y="2504880"/>
              <a:ext cx="3152520" cy="189000"/>
            </p14:xfrm>
          </p:contentPart>
        </mc:Choice>
        <mc:Fallback>
          <p:pic>
            <p:nvPicPr>
              <p:cNvPr id="4" name="Ink 3">
                <a:extLst>
                  <a:ext uri="{FF2B5EF4-FFF2-40B4-BE49-F238E27FC236}">
                    <a16:creationId xmlns:a16="http://schemas.microsoft.com/office/drawing/2014/main" id="{FC8041EF-C13E-FDB1-8F6A-2382DE569C72}"/>
                  </a:ext>
                </a:extLst>
              </p:cNvPr>
              <p:cNvPicPr/>
              <p:nvPr/>
            </p:nvPicPr>
            <p:blipFill>
              <a:blip r:embed="rId9"/>
              <a:stretch>
                <a:fillRect/>
              </a:stretch>
            </p:blipFill>
            <p:spPr>
              <a:xfrm>
                <a:off x="1353240" y="2495520"/>
                <a:ext cx="3171240" cy="207720"/>
              </a:xfrm>
              <a:prstGeom prst="rect">
                <a:avLst/>
              </a:prstGeom>
            </p:spPr>
          </p:pic>
        </mc:Fallback>
      </mc:AlternateContent>
    </p:spTree>
    <p:extLst>
      <p:ext uri="{BB962C8B-B14F-4D97-AF65-F5344CB8AC3E}">
        <p14:creationId xmlns:p14="http://schemas.microsoft.com/office/powerpoint/2010/main" val="10884949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499C44-DDC3-6D3F-D6B2-CC3D7BE641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78697-7460-BC6A-B6B1-A327FCD62334}"/>
              </a:ext>
            </a:extLst>
          </p:cNvPr>
          <p:cNvSpPr>
            <a:spLocks noGrp="1"/>
          </p:cNvSpPr>
          <p:nvPr>
            <p:ph type="title"/>
          </p:nvPr>
        </p:nvSpPr>
        <p:spPr>
          <a:xfrm>
            <a:off x="333523" y="2162753"/>
            <a:ext cx="4639444" cy="2258171"/>
          </a:xfrm>
        </p:spPr>
        <p:txBody>
          <a:bodyPr anchor="ctr">
            <a:normAutofit/>
          </a:bodyPr>
          <a:lstStyle/>
          <a:p>
            <a:r>
              <a:rPr lang="en-US" dirty="0"/>
              <a:t>Current Progress</a:t>
            </a:r>
          </a:p>
        </p:txBody>
      </p:sp>
      <p:graphicFrame>
        <p:nvGraphicFramePr>
          <p:cNvPr id="7" name="Content Placeholder 2">
            <a:extLst>
              <a:ext uri="{FF2B5EF4-FFF2-40B4-BE49-F238E27FC236}">
                <a16:creationId xmlns:a16="http://schemas.microsoft.com/office/drawing/2014/main" id="{0F755120-7D3C-40B6-9157-FD172FBF1D91}"/>
              </a:ext>
            </a:extLst>
          </p:cNvPr>
          <p:cNvGraphicFramePr>
            <a:graphicFrameLocks noGrp="1"/>
          </p:cNvGraphicFramePr>
          <p:nvPr>
            <p:ph idx="1"/>
            <p:extLst>
              <p:ext uri="{D42A27DB-BD31-4B8C-83A1-F6EECF244321}">
                <p14:modId xmlns:p14="http://schemas.microsoft.com/office/powerpoint/2010/main" val="2160002115"/>
              </p:ext>
            </p:extLst>
          </p:nvPr>
        </p:nvGraphicFramePr>
        <p:xfrm>
          <a:off x="5384800" y="1701053"/>
          <a:ext cx="6474045" cy="478683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489257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0737AC-749C-8FA1-1B1F-2C7683C5E3B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9C4C918-61C3-B7F2-319D-441DB2A06496}"/>
              </a:ext>
            </a:extLst>
          </p:cNvPr>
          <p:cNvPicPr>
            <a:picLocks noChangeAspect="1"/>
          </p:cNvPicPr>
          <p:nvPr/>
        </p:nvPicPr>
        <p:blipFill>
          <a:blip r:embed="rId3"/>
          <a:stretch>
            <a:fillRect/>
          </a:stretch>
        </p:blipFill>
        <p:spPr>
          <a:xfrm>
            <a:off x="5104739" y="1701053"/>
            <a:ext cx="5940785" cy="4797183"/>
          </a:xfrm>
          <a:prstGeom prst="rect">
            <a:avLst/>
          </a:prstGeom>
          <a:noFill/>
        </p:spPr>
      </p:pic>
      <p:sp>
        <p:nvSpPr>
          <p:cNvPr id="3" name="Content Placeholder 2">
            <a:extLst>
              <a:ext uri="{FF2B5EF4-FFF2-40B4-BE49-F238E27FC236}">
                <a16:creationId xmlns:a16="http://schemas.microsoft.com/office/drawing/2014/main" id="{E8FA95E5-3F18-FAFF-C0C8-3117631B41C7}"/>
              </a:ext>
            </a:extLst>
          </p:cNvPr>
          <p:cNvSpPr>
            <a:spLocks noGrp="1"/>
          </p:cNvSpPr>
          <p:nvPr>
            <p:ph type="body" sz="quarter" idx="10"/>
          </p:nvPr>
        </p:nvSpPr>
        <p:spPr>
          <a:xfrm>
            <a:off x="340242" y="1701053"/>
            <a:ext cx="4553034" cy="4797183"/>
          </a:xfrm>
        </p:spPr>
        <p:txBody>
          <a:bodyPr anchor="t">
            <a:normAutofit/>
          </a:bodyPr>
          <a:lstStyle/>
          <a:p>
            <a:r>
              <a:rPr lang="en-US" dirty="0"/>
              <a:t>Outer diameter: Ø 10 mm</a:t>
            </a:r>
          </a:p>
          <a:p>
            <a:endParaRPr lang="en-US" dirty="0"/>
          </a:p>
          <a:p>
            <a:r>
              <a:rPr lang="en-US" dirty="0"/>
              <a:t>Viewing angle: 30°</a:t>
            </a:r>
          </a:p>
        </p:txBody>
      </p:sp>
      <p:sp>
        <p:nvSpPr>
          <p:cNvPr id="2" name="Title 1">
            <a:extLst>
              <a:ext uri="{FF2B5EF4-FFF2-40B4-BE49-F238E27FC236}">
                <a16:creationId xmlns:a16="http://schemas.microsoft.com/office/drawing/2014/main" id="{890F1073-4E02-8899-6A76-30B9DCCBC36C}"/>
              </a:ext>
            </a:extLst>
          </p:cNvPr>
          <p:cNvSpPr>
            <a:spLocks noGrp="1"/>
          </p:cNvSpPr>
          <p:nvPr>
            <p:ph type="title"/>
          </p:nvPr>
        </p:nvSpPr>
        <p:spPr>
          <a:xfrm>
            <a:off x="347330" y="272383"/>
            <a:ext cx="8910084" cy="1019176"/>
          </a:xfrm>
        </p:spPr>
        <p:txBody>
          <a:bodyPr anchor="t">
            <a:normAutofit/>
          </a:bodyPr>
          <a:lstStyle/>
          <a:p>
            <a:r>
              <a:rPr lang="en-US" dirty="0"/>
              <a:t>Main design dimensions</a:t>
            </a:r>
          </a:p>
        </p:txBody>
      </p:sp>
    </p:spTree>
    <p:extLst>
      <p:ext uri="{BB962C8B-B14F-4D97-AF65-F5344CB8AC3E}">
        <p14:creationId xmlns:p14="http://schemas.microsoft.com/office/powerpoint/2010/main" val="26351507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7337580-4FDC-F3D7-6A9F-4E6272CA5F2F}"/>
              </a:ext>
            </a:extLst>
          </p:cNvPr>
          <p:cNvPicPr>
            <a:picLocks noGrp="1" noChangeAspect="1"/>
          </p:cNvPicPr>
          <p:nvPr>
            <p:ph idx="1"/>
          </p:nvPr>
        </p:nvPicPr>
        <p:blipFill>
          <a:blip r:embed="rId3"/>
          <a:srcRect t="12449"/>
          <a:stretch>
            <a:fillRect/>
          </a:stretch>
        </p:blipFill>
        <p:spPr>
          <a:xfrm>
            <a:off x="6167604" y="2298357"/>
            <a:ext cx="4908437" cy="4200694"/>
          </a:xfrm>
          <a:prstGeom prst="rect">
            <a:avLst/>
          </a:prstGeom>
          <a:noFill/>
        </p:spPr>
      </p:pic>
      <p:sp>
        <p:nvSpPr>
          <p:cNvPr id="2" name="Title 1">
            <a:extLst>
              <a:ext uri="{FF2B5EF4-FFF2-40B4-BE49-F238E27FC236}">
                <a16:creationId xmlns:a16="http://schemas.microsoft.com/office/drawing/2014/main" id="{83A28071-9B53-AB83-D0CE-048519B760B0}"/>
              </a:ext>
            </a:extLst>
          </p:cNvPr>
          <p:cNvSpPr>
            <a:spLocks noGrp="1"/>
          </p:cNvSpPr>
          <p:nvPr>
            <p:ph type="title"/>
          </p:nvPr>
        </p:nvSpPr>
        <p:spPr>
          <a:xfrm>
            <a:off x="333523" y="2162753"/>
            <a:ext cx="4639444" cy="2258171"/>
          </a:xfrm>
        </p:spPr>
        <p:txBody>
          <a:bodyPr anchor="ctr">
            <a:normAutofit/>
          </a:bodyPr>
          <a:lstStyle/>
          <a:p>
            <a:r>
              <a:rPr lang="en-US" dirty="0"/>
              <a:t>Selected concept</a:t>
            </a:r>
          </a:p>
        </p:txBody>
      </p:sp>
      <p:sp>
        <p:nvSpPr>
          <p:cNvPr id="6" name="TextBox 5">
            <a:extLst>
              <a:ext uri="{FF2B5EF4-FFF2-40B4-BE49-F238E27FC236}">
                <a16:creationId xmlns:a16="http://schemas.microsoft.com/office/drawing/2014/main" id="{897D53E2-283E-38CB-726C-13881F9DB8B7}"/>
              </a:ext>
            </a:extLst>
          </p:cNvPr>
          <p:cNvSpPr txBox="1"/>
          <p:nvPr/>
        </p:nvSpPr>
        <p:spPr>
          <a:xfrm>
            <a:off x="6394418" y="3022575"/>
            <a:ext cx="716290" cy="461665"/>
          </a:xfrm>
          <a:prstGeom prst="rect">
            <a:avLst/>
          </a:prstGeom>
          <a:noFill/>
          <a:ln w="19050">
            <a:solidFill>
              <a:schemeClr val="accent6"/>
            </a:solidFill>
          </a:ln>
        </p:spPr>
        <p:txBody>
          <a:bodyPr wrap="square" rtlCol="0">
            <a:spAutoFit/>
          </a:bodyPr>
          <a:lstStyle/>
          <a:p>
            <a:r>
              <a:rPr lang="en-ZA" sz="2400" dirty="0"/>
              <a:t>LED</a:t>
            </a:r>
          </a:p>
        </p:txBody>
      </p:sp>
      <p:sp>
        <p:nvSpPr>
          <p:cNvPr id="7" name="TextBox 6">
            <a:extLst>
              <a:ext uri="{FF2B5EF4-FFF2-40B4-BE49-F238E27FC236}">
                <a16:creationId xmlns:a16="http://schemas.microsoft.com/office/drawing/2014/main" id="{F9170F71-064E-A8B4-6458-62D752084287}"/>
              </a:ext>
            </a:extLst>
          </p:cNvPr>
          <p:cNvSpPr txBox="1"/>
          <p:nvPr/>
        </p:nvSpPr>
        <p:spPr>
          <a:xfrm>
            <a:off x="9568515" y="2698404"/>
            <a:ext cx="1404284" cy="830997"/>
          </a:xfrm>
          <a:prstGeom prst="rect">
            <a:avLst/>
          </a:prstGeom>
          <a:noFill/>
          <a:ln w="28575">
            <a:solidFill>
              <a:schemeClr val="accent6"/>
            </a:solidFill>
          </a:ln>
        </p:spPr>
        <p:txBody>
          <a:bodyPr wrap="square" rtlCol="0">
            <a:spAutoFit/>
          </a:bodyPr>
          <a:lstStyle/>
          <a:p>
            <a:r>
              <a:rPr lang="en-ZA" sz="2400" dirty="0"/>
              <a:t>Camera sensor</a:t>
            </a:r>
          </a:p>
        </p:txBody>
      </p:sp>
      <p:sp>
        <p:nvSpPr>
          <p:cNvPr id="8" name="TextBox 7">
            <a:extLst>
              <a:ext uri="{FF2B5EF4-FFF2-40B4-BE49-F238E27FC236}">
                <a16:creationId xmlns:a16="http://schemas.microsoft.com/office/drawing/2014/main" id="{17A9D2BC-FB43-E834-3551-4B1E988A6896}"/>
              </a:ext>
            </a:extLst>
          </p:cNvPr>
          <p:cNvSpPr txBox="1"/>
          <p:nvPr/>
        </p:nvSpPr>
        <p:spPr>
          <a:xfrm>
            <a:off x="9568515" y="4249113"/>
            <a:ext cx="1404285" cy="830997"/>
          </a:xfrm>
          <a:prstGeom prst="rect">
            <a:avLst/>
          </a:prstGeom>
          <a:noFill/>
          <a:ln w="28575">
            <a:solidFill>
              <a:schemeClr val="accent6"/>
            </a:solidFill>
          </a:ln>
        </p:spPr>
        <p:txBody>
          <a:bodyPr wrap="square" rtlCol="0">
            <a:spAutoFit/>
          </a:bodyPr>
          <a:lstStyle/>
          <a:p>
            <a:r>
              <a:rPr lang="en-ZA" sz="2400" dirty="0"/>
              <a:t>Camera encasing</a:t>
            </a:r>
          </a:p>
        </p:txBody>
      </p:sp>
      <p:sp>
        <p:nvSpPr>
          <p:cNvPr id="9" name="TextBox 8">
            <a:extLst>
              <a:ext uri="{FF2B5EF4-FFF2-40B4-BE49-F238E27FC236}">
                <a16:creationId xmlns:a16="http://schemas.microsoft.com/office/drawing/2014/main" id="{C5AA5C7E-ABE7-4E48-AEC5-788B53FE0128}"/>
              </a:ext>
            </a:extLst>
          </p:cNvPr>
          <p:cNvSpPr txBox="1"/>
          <p:nvPr/>
        </p:nvSpPr>
        <p:spPr>
          <a:xfrm>
            <a:off x="9568517" y="5978397"/>
            <a:ext cx="1404284" cy="461665"/>
          </a:xfrm>
          <a:prstGeom prst="rect">
            <a:avLst/>
          </a:prstGeom>
          <a:noFill/>
          <a:ln w="28575">
            <a:solidFill>
              <a:schemeClr val="accent6"/>
            </a:solidFill>
          </a:ln>
        </p:spPr>
        <p:txBody>
          <a:bodyPr wrap="square" rtlCol="0">
            <a:spAutoFit/>
          </a:bodyPr>
          <a:lstStyle/>
          <a:p>
            <a:r>
              <a:rPr lang="en-ZA" sz="2400" dirty="0"/>
              <a:t>Axial rod</a:t>
            </a:r>
          </a:p>
        </p:txBody>
      </p:sp>
      <p:cxnSp>
        <p:nvCxnSpPr>
          <p:cNvPr id="11" name="Straight Arrow Connector 10">
            <a:extLst>
              <a:ext uri="{FF2B5EF4-FFF2-40B4-BE49-F238E27FC236}">
                <a16:creationId xmlns:a16="http://schemas.microsoft.com/office/drawing/2014/main" id="{D0793652-78B0-8321-5A10-6DE8B290FAB1}"/>
              </a:ext>
            </a:extLst>
          </p:cNvPr>
          <p:cNvCxnSpPr>
            <a:cxnSpLocks/>
          </p:cNvCxnSpPr>
          <p:nvPr/>
        </p:nvCxnSpPr>
        <p:spPr>
          <a:xfrm>
            <a:off x="7110708" y="3291838"/>
            <a:ext cx="682205" cy="0"/>
          </a:xfrm>
          <a:prstGeom prst="straightConnector1">
            <a:avLst/>
          </a:prstGeom>
          <a:ln w="28575">
            <a:tailEnd type="triangle"/>
          </a:ln>
        </p:spPr>
        <p:style>
          <a:lnRef idx="3">
            <a:schemeClr val="accent6"/>
          </a:lnRef>
          <a:fillRef idx="0">
            <a:schemeClr val="accent6"/>
          </a:fillRef>
          <a:effectRef idx="2">
            <a:schemeClr val="accent6"/>
          </a:effectRef>
          <a:fontRef idx="minor">
            <a:schemeClr val="tx1"/>
          </a:fontRef>
        </p:style>
      </p:cxnSp>
      <p:cxnSp>
        <p:nvCxnSpPr>
          <p:cNvPr id="14" name="Straight Arrow Connector 13">
            <a:extLst>
              <a:ext uri="{FF2B5EF4-FFF2-40B4-BE49-F238E27FC236}">
                <a16:creationId xmlns:a16="http://schemas.microsoft.com/office/drawing/2014/main" id="{4DFA31DD-665E-2610-4D67-92EC9381B12C}"/>
              </a:ext>
            </a:extLst>
          </p:cNvPr>
          <p:cNvCxnSpPr>
            <a:cxnSpLocks/>
            <a:stCxn id="7" idx="1"/>
          </p:cNvCxnSpPr>
          <p:nvPr/>
        </p:nvCxnSpPr>
        <p:spPr>
          <a:xfrm flipH="1">
            <a:off x="8621820" y="3113903"/>
            <a:ext cx="946695" cy="0"/>
          </a:xfrm>
          <a:prstGeom prst="straightConnector1">
            <a:avLst/>
          </a:prstGeom>
          <a:ln w="28575">
            <a:tailEnd type="triangle"/>
          </a:ln>
        </p:spPr>
        <p:style>
          <a:lnRef idx="3">
            <a:schemeClr val="accent6"/>
          </a:lnRef>
          <a:fillRef idx="0">
            <a:schemeClr val="accent6"/>
          </a:fillRef>
          <a:effectRef idx="2">
            <a:schemeClr val="accent6"/>
          </a:effectRef>
          <a:fontRef idx="minor">
            <a:schemeClr val="tx1"/>
          </a:fontRef>
        </p:style>
      </p:cxnSp>
      <p:cxnSp>
        <p:nvCxnSpPr>
          <p:cNvPr id="17" name="Straight Arrow Connector 16">
            <a:extLst>
              <a:ext uri="{FF2B5EF4-FFF2-40B4-BE49-F238E27FC236}">
                <a16:creationId xmlns:a16="http://schemas.microsoft.com/office/drawing/2014/main" id="{B621F418-3211-27BE-063B-83F655BD88C9}"/>
              </a:ext>
            </a:extLst>
          </p:cNvPr>
          <p:cNvCxnSpPr>
            <a:cxnSpLocks/>
            <a:stCxn id="8" idx="1"/>
          </p:cNvCxnSpPr>
          <p:nvPr/>
        </p:nvCxnSpPr>
        <p:spPr>
          <a:xfrm flipH="1">
            <a:off x="8946292" y="4664612"/>
            <a:ext cx="622223" cy="0"/>
          </a:xfrm>
          <a:prstGeom prst="straightConnector1">
            <a:avLst/>
          </a:prstGeom>
          <a:ln w="28575">
            <a:tailEnd type="triangle"/>
          </a:ln>
        </p:spPr>
        <p:style>
          <a:lnRef idx="3">
            <a:schemeClr val="accent6"/>
          </a:lnRef>
          <a:fillRef idx="0">
            <a:schemeClr val="accent6"/>
          </a:fillRef>
          <a:effectRef idx="2">
            <a:schemeClr val="accent6"/>
          </a:effectRef>
          <a:fontRef idx="minor">
            <a:schemeClr val="tx1"/>
          </a:fontRef>
        </p:style>
      </p:cxnSp>
      <p:cxnSp>
        <p:nvCxnSpPr>
          <p:cNvPr id="20" name="Straight Arrow Connector 19">
            <a:extLst>
              <a:ext uri="{FF2B5EF4-FFF2-40B4-BE49-F238E27FC236}">
                <a16:creationId xmlns:a16="http://schemas.microsoft.com/office/drawing/2014/main" id="{5F320AB9-1575-9142-F7EB-672D4664D8EC}"/>
              </a:ext>
            </a:extLst>
          </p:cNvPr>
          <p:cNvCxnSpPr>
            <a:cxnSpLocks/>
            <a:stCxn id="9" idx="1"/>
          </p:cNvCxnSpPr>
          <p:nvPr/>
        </p:nvCxnSpPr>
        <p:spPr>
          <a:xfrm flipH="1">
            <a:off x="8946292" y="6209230"/>
            <a:ext cx="622225" cy="0"/>
          </a:xfrm>
          <a:prstGeom prst="straightConnector1">
            <a:avLst/>
          </a:prstGeom>
          <a:ln w="28575">
            <a:tailEnd type="triangle"/>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15066570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C1EE914D-BB44-2329-D571-9983548AEFDA}"/>
              </a:ext>
            </a:extLst>
          </p:cNvPr>
          <p:cNvPicPr>
            <a:picLocks noGrp="1" noChangeAspect="1"/>
          </p:cNvPicPr>
          <p:nvPr>
            <p:ph idx="12"/>
          </p:nvPr>
        </p:nvPicPr>
        <p:blipFill>
          <a:blip r:embed="rId3"/>
          <a:stretch>
            <a:fillRect/>
          </a:stretch>
        </p:blipFill>
        <p:spPr>
          <a:xfrm>
            <a:off x="6506803" y="2014247"/>
            <a:ext cx="5144218" cy="4374196"/>
          </a:xfrm>
          <a:prstGeom prst="rect">
            <a:avLst/>
          </a:prstGeom>
        </p:spPr>
      </p:pic>
      <p:sp>
        <p:nvSpPr>
          <p:cNvPr id="3" name="Text Placeholder 2">
            <a:extLst>
              <a:ext uri="{FF2B5EF4-FFF2-40B4-BE49-F238E27FC236}">
                <a16:creationId xmlns:a16="http://schemas.microsoft.com/office/drawing/2014/main" id="{154EEEC0-8BB9-C12D-DF4B-6A0E1148A1A3}"/>
              </a:ext>
            </a:extLst>
          </p:cNvPr>
          <p:cNvSpPr>
            <a:spLocks noGrp="1"/>
          </p:cNvSpPr>
          <p:nvPr>
            <p:ph type="body" sz="quarter" idx="14"/>
          </p:nvPr>
        </p:nvSpPr>
        <p:spPr/>
        <p:txBody>
          <a:bodyPr/>
          <a:lstStyle/>
          <a:p>
            <a:r>
              <a:rPr lang="en-ZA" dirty="0"/>
              <a:t>DF Robot endoscope</a:t>
            </a:r>
          </a:p>
        </p:txBody>
      </p:sp>
      <p:pic>
        <p:nvPicPr>
          <p:cNvPr id="9" name="Content Placeholder 8">
            <a:extLst>
              <a:ext uri="{FF2B5EF4-FFF2-40B4-BE49-F238E27FC236}">
                <a16:creationId xmlns:a16="http://schemas.microsoft.com/office/drawing/2014/main" id="{35D6DE99-E419-56EF-E877-523032642BDB}"/>
              </a:ext>
            </a:extLst>
          </p:cNvPr>
          <p:cNvPicPr>
            <a:picLocks noGrp="1" noChangeAspect="1"/>
          </p:cNvPicPr>
          <p:nvPr>
            <p:ph idx="1"/>
          </p:nvPr>
        </p:nvPicPr>
        <p:blipFill>
          <a:blip r:embed="rId4"/>
          <a:stretch>
            <a:fillRect/>
          </a:stretch>
        </p:blipFill>
        <p:spPr>
          <a:xfrm>
            <a:off x="673897" y="1701800"/>
            <a:ext cx="4878380" cy="4787900"/>
          </a:xfrm>
          <a:prstGeom prst="rect">
            <a:avLst/>
          </a:prstGeom>
        </p:spPr>
      </p:pic>
      <p:sp>
        <p:nvSpPr>
          <p:cNvPr id="5" name="Title 4">
            <a:extLst>
              <a:ext uri="{FF2B5EF4-FFF2-40B4-BE49-F238E27FC236}">
                <a16:creationId xmlns:a16="http://schemas.microsoft.com/office/drawing/2014/main" id="{27D3E426-92E7-B4B9-254A-294EA4221AC1}"/>
              </a:ext>
            </a:extLst>
          </p:cNvPr>
          <p:cNvSpPr>
            <a:spLocks noGrp="1"/>
          </p:cNvSpPr>
          <p:nvPr>
            <p:ph type="title"/>
          </p:nvPr>
        </p:nvSpPr>
        <p:spPr/>
        <p:txBody>
          <a:bodyPr/>
          <a:lstStyle/>
          <a:p>
            <a:r>
              <a:rPr lang="en-ZA" dirty="0"/>
              <a:t>Vision Meta endoscope</a:t>
            </a:r>
          </a:p>
        </p:txBody>
      </p:sp>
      <p:sp>
        <p:nvSpPr>
          <p:cNvPr id="10" name="Rectangle 9">
            <a:extLst>
              <a:ext uri="{FF2B5EF4-FFF2-40B4-BE49-F238E27FC236}">
                <a16:creationId xmlns:a16="http://schemas.microsoft.com/office/drawing/2014/main" id="{E2F9ECD4-6E1C-63D6-830D-7B6C3DE043A6}"/>
              </a:ext>
            </a:extLst>
          </p:cNvPr>
          <p:cNvSpPr/>
          <p:nvPr/>
        </p:nvSpPr>
        <p:spPr>
          <a:xfrm>
            <a:off x="5214551" y="1701800"/>
            <a:ext cx="210065" cy="510059"/>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ZA"/>
          </a:p>
        </p:txBody>
      </p:sp>
      <mc:AlternateContent xmlns:mc="http://schemas.openxmlformats.org/markup-compatibility/2006">
        <mc:Choice xmlns:p14="http://schemas.microsoft.com/office/powerpoint/2010/main" Requires="p14">
          <p:contentPart p14:bwMode="auto" r:id="rId5">
            <p14:nvContentPartPr>
              <p14:cNvPr id="11" name="Ink 10">
                <a:extLst>
                  <a:ext uri="{FF2B5EF4-FFF2-40B4-BE49-F238E27FC236}">
                    <a16:creationId xmlns:a16="http://schemas.microsoft.com/office/drawing/2014/main" id="{535483A9-BFC6-63CD-3066-091FEEAA0C34}"/>
                  </a:ext>
                </a:extLst>
              </p14:cNvPr>
              <p14:cNvContentPartPr/>
              <p14:nvPr/>
            </p14:nvContentPartPr>
            <p14:xfrm>
              <a:off x="4683960" y="2176920"/>
              <a:ext cx="360" cy="360"/>
            </p14:xfrm>
          </p:contentPart>
        </mc:Choice>
        <mc:Fallback>
          <p:pic>
            <p:nvPicPr>
              <p:cNvPr id="11" name="Ink 10">
                <a:extLst>
                  <a:ext uri="{FF2B5EF4-FFF2-40B4-BE49-F238E27FC236}">
                    <a16:creationId xmlns:a16="http://schemas.microsoft.com/office/drawing/2014/main" id="{535483A9-BFC6-63CD-3066-091FEEAA0C34}"/>
                  </a:ext>
                </a:extLst>
              </p:cNvPr>
              <p:cNvPicPr/>
              <p:nvPr/>
            </p:nvPicPr>
            <p:blipFill>
              <a:blip r:embed="rId6"/>
              <a:stretch>
                <a:fillRect/>
              </a:stretch>
            </p:blipFill>
            <p:spPr>
              <a:xfrm>
                <a:off x="4674600" y="2167560"/>
                <a:ext cx="19080" cy="19080"/>
              </a:xfrm>
              <a:prstGeom prst="rect">
                <a:avLst/>
              </a:prstGeom>
            </p:spPr>
          </p:pic>
        </mc:Fallback>
      </mc:AlternateContent>
    </p:spTree>
    <p:extLst>
      <p:ext uri="{BB962C8B-B14F-4D97-AF65-F5344CB8AC3E}">
        <p14:creationId xmlns:p14="http://schemas.microsoft.com/office/powerpoint/2010/main" val="34991226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A21D41AA-E17F-3F6C-6261-39A5A488F202}"/>
              </a:ext>
            </a:extLst>
          </p:cNvPr>
          <p:cNvPicPr>
            <a:picLocks noGrp="1" noChangeAspect="1"/>
          </p:cNvPicPr>
          <p:nvPr>
            <p:ph idx="1"/>
          </p:nvPr>
        </p:nvPicPr>
        <p:blipFill>
          <a:blip r:embed="rId3"/>
          <a:stretch>
            <a:fillRect/>
          </a:stretch>
        </p:blipFill>
        <p:spPr>
          <a:xfrm>
            <a:off x="347907" y="3051929"/>
            <a:ext cx="11489673" cy="2096865"/>
          </a:xfrm>
          <a:prstGeom prst="rect">
            <a:avLst/>
          </a:prstGeom>
          <a:noFill/>
        </p:spPr>
      </p:pic>
      <p:sp>
        <p:nvSpPr>
          <p:cNvPr id="12" name="Title 2">
            <a:extLst>
              <a:ext uri="{FF2B5EF4-FFF2-40B4-BE49-F238E27FC236}">
                <a16:creationId xmlns:a16="http://schemas.microsoft.com/office/drawing/2014/main" id="{D7BD35F7-91FB-E972-5A1C-381057DA8FAE}"/>
              </a:ext>
            </a:extLst>
          </p:cNvPr>
          <p:cNvSpPr>
            <a:spLocks noGrp="1"/>
          </p:cNvSpPr>
          <p:nvPr>
            <p:ph type="title"/>
          </p:nvPr>
        </p:nvSpPr>
        <p:spPr>
          <a:xfrm>
            <a:off x="347907" y="266387"/>
            <a:ext cx="8903670" cy="1019176"/>
          </a:xfrm>
        </p:spPr>
        <p:txBody>
          <a:bodyPr anchor="t">
            <a:normAutofit/>
          </a:bodyPr>
          <a:lstStyle/>
          <a:p>
            <a:r>
              <a:rPr lang="en-US" dirty="0"/>
              <a:t>Planned steps</a:t>
            </a:r>
          </a:p>
        </p:txBody>
      </p:sp>
      <p:cxnSp>
        <p:nvCxnSpPr>
          <p:cNvPr id="9" name="Straight Connector 8">
            <a:extLst>
              <a:ext uri="{FF2B5EF4-FFF2-40B4-BE49-F238E27FC236}">
                <a16:creationId xmlns:a16="http://schemas.microsoft.com/office/drawing/2014/main" id="{10B268A6-A055-BDDB-04E2-205654381AEF}"/>
              </a:ext>
            </a:extLst>
          </p:cNvPr>
          <p:cNvCxnSpPr>
            <a:cxnSpLocks/>
          </p:cNvCxnSpPr>
          <p:nvPr/>
        </p:nvCxnSpPr>
        <p:spPr>
          <a:xfrm>
            <a:off x="7933039" y="3051929"/>
            <a:ext cx="0" cy="2096865"/>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926881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placeholder">
            <a:extLst>
              <a:ext uri="{FF2B5EF4-FFF2-40B4-BE49-F238E27FC236}">
                <a16:creationId xmlns:a16="http://schemas.microsoft.com/office/drawing/2014/main" id="{C0B95DC7-405E-0DAE-33C4-786C54F1FCDB}"/>
              </a:ext>
            </a:extLst>
          </p:cNvPr>
          <p:cNvPicPr>
            <a:picLocks noGrp="1" noChangeAspect="1"/>
          </p:cNvPicPr>
          <p:nvPr>
            <p:ph type="pic" sz="quarter" idx="11"/>
          </p:nvPr>
        </p:nvPicPr>
        <p:blipFill rotWithShape="1">
          <a:blip r:embed="rId3" cstate="screen">
            <a:extLst>
              <a:ext uri="{28A0092B-C50C-407E-A947-70E740481C1C}">
                <a14:useLocalDpi xmlns:a14="http://schemas.microsoft.com/office/drawing/2010/main"/>
              </a:ext>
            </a:extLst>
          </a:blip>
          <a:srcRect/>
          <a:stretch/>
        </p:blipFill>
        <p:spPr>
          <a:xfrm>
            <a:off x="0" y="-2"/>
            <a:ext cx="12192000" cy="6858001"/>
          </a:xfrm>
        </p:spPr>
      </p:pic>
      <p:sp>
        <p:nvSpPr>
          <p:cNvPr id="8" name="Gradient overlay">
            <a:extLst>
              <a:ext uri="{FF2B5EF4-FFF2-40B4-BE49-F238E27FC236}">
                <a16:creationId xmlns:a16="http://schemas.microsoft.com/office/drawing/2014/main" id="{5C8CCE4E-9413-B805-787D-34923EF4EADB}"/>
              </a:ext>
            </a:extLst>
          </p:cNvPr>
          <p:cNvSpPr>
            <a:spLocks noGrp="1" noRot="1" noMove="1" noResize="1" noEditPoints="1" noAdjustHandles="1" noChangeArrowheads="1" noChangeShapeType="1"/>
          </p:cNvSpPr>
          <p:nvPr/>
        </p:nvSpPr>
        <p:spPr>
          <a:xfrm rot="10800000">
            <a:off x="0" y="0"/>
            <a:ext cx="12192000" cy="5481563"/>
          </a:xfrm>
          <a:prstGeom prst="rect">
            <a:avLst/>
          </a:prstGeom>
          <a:gradFill flip="none" rotWithShape="1">
            <a:gsLst>
              <a:gs pos="65000">
                <a:schemeClr val="bg1">
                  <a:alpha val="0"/>
                  <a:lumMod val="0"/>
                </a:schemeClr>
              </a:gs>
              <a:gs pos="100000">
                <a:srgbClr val="002060">
                  <a:alpha val="78000"/>
                </a:srgb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5" name="SU Logo">
            <a:extLst>
              <a:ext uri="{FF2B5EF4-FFF2-40B4-BE49-F238E27FC236}">
                <a16:creationId xmlns:a16="http://schemas.microsoft.com/office/drawing/2014/main" id="{4B73022E-5F4F-18DD-7759-B0DFF0C308A1}"/>
              </a:ext>
            </a:extLst>
          </p:cNvPr>
          <p:cNvPicPr>
            <a:picLocks noGrp="1" noRot="1" noChangeAspect="1" noMove="1" noResize="1" noEditPoints="1" noAdjustHandles="1" noChangeArrowheads="1" noChangeShapeType="1" noCrop="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686430" y="207438"/>
            <a:ext cx="3299830" cy="1784778"/>
          </a:xfrm>
          <a:prstGeom prst="rect">
            <a:avLst/>
          </a:prstGeom>
        </p:spPr>
      </p:pic>
      <p:sp>
        <p:nvSpPr>
          <p:cNvPr id="3" name="Photo by ...">
            <a:extLst>
              <a:ext uri="{FF2B5EF4-FFF2-40B4-BE49-F238E27FC236}">
                <a16:creationId xmlns:a16="http://schemas.microsoft.com/office/drawing/2014/main" id="{A0FA73F9-9E44-FB66-0804-16DE754A55B0}"/>
              </a:ext>
            </a:extLst>
          </p:cNvPr>
          <p:cNvSpPr txBox="1"/>
          <p:nvPr/>
        </p:nvSpPr>
        <p:spPr>
          <a:xfrm>
            <a:off x="10689903" y="6546486"/>
            <a:ext cx="1433157" cy="230832"/>
          </a:xfrm>
          <a:prstGeom prst="rect">
            <a:avLst/>
          </a:prstGeom>
          <a:noFill/>
        </p:spPr>
        <p:txBody>
          <a:bodyPr wrap="square" rtlCol="0">
            <a:spAutoFit/>
          </a:bodyPr>
          <a:lstStyle/>
          <a:p>
            <a:pPr algn="r"/>
            <a:r>
              <a:rPr lang="en-GB" sz="900" dirty="0">
                <a:solidFill>
                  <a:schemeClr val="bg1">
                    <a:lumMod val="95000"/>
                  </a:schemeClr>
                </a:solidFill>
                <a:latin typeface="Trebuchet MS" panose="020B0703020202090204" pitchFamily="34" charset="0"/>
              </a:rPr>
              <a:t>Photo by Stefan Els</a:t>
            </a:r>
          </a:p>
        </p:txBody>
      </p:sp>
      <p:sp>
        <p:nvSpPr>
          <p:cNvPr id="6" name="SU shape">
            <a:extLst>
              <a:ext uri="{FF2B5EF4-FFF2-40B4-BE49-F238E27FC236}">
                <a16:creationId xmlns:a16="http://schemas.microsoft.com/office/drawing/2014/main" id="{532E9563-8D89-9328-3C96-46F8DD94944D}"/>
              </a:ext>
            </a:extLst>
          </p:cNvPr>
          <p:cNvSpPr/>
          <p:nvPr/>
        </p:nvSpPr>
        <p:spPr>
          <a:xfrm>
            <a:off x="0" y="2200569"/>
            <a:ext cx="4563529" cy="2456861"/>
          </a:xfrm>
          <a:custGeom>
            <a:avLst/>
            <a:gdLst>
              <a:gd name="connsiteX0" fmla="*/ 5261811 w 5261811"/>
              <a:gd name="connsiteY0" fmla="*/ 1294820 h 2832794"/>
              <a:gd name="connsiteX1" fmla="*/ 5261482 w 5261811"/>
              <a:gd name="connsiteY1" fmla="*/ 2158836 h 2832794"/>
              <a:gd name="connsiteX2" fmla="*/ 4586436 w 5261811"/>
              <a:gd name="connsiteY2" fmla="*/ 2832794 h 2832794"/>
              <a:gd name="connsiteX3" fmla="*/ 0 w 5261811"/>
              <a:gd name="connsiteY3" fmla="*/ 2832794 h 2832794"/>
              <a:gd name="connsiteX4" fmla="*/ 0 w 5261811"/>
              <a:gd name="connsiteY4" fmla="*/ 0 h 2832794"/>
              <a:gd name="connsiteX5" fmla="*/ 5261811 w 5261811"/>
              <a:gd name="connsiteY5" fmla="*/ 0 h 2832794"/>
              <a:gd name="connsiteX6" fmla="*/ 5261811 w 5261811"/>
              <a:gd name="connsiteY6" fmla="*/ 1294820 h 2832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61811" h="2832794">
                <a:moveTo>
                  <a:pt x="5261811" y="1294820"/>
                </a:moveTo>
                <a:lnTo>
                  <a:pt x="5261482" y="2158836"/>
                </a:lnTo>
                <a:cubicBezTo>
                  <a:pt x="5261373" y="2531067"/>
                  <a:pt x="4959148" y="2832794"/>
                  <a:pt x="4586436" y="2832794"/>
                </a:cubicBezTo>
                <a:lnTo>
                  <a:pt x="0" y="2832794"/>
                </a:lnTo>
                <a:lnTo>
                  <a:pt x="0" y="0"/>
                </a:lnTo>
                <a:lnTo>
                  <a:pt x="5261811" y="0"/>
                </a:lnTo>
                <a:lnTo>
                  <a:pt x="5261811" y="1294820"/>
                </a:lnTo>
                <a:close/>
              </a:path>
            </a:pathLst>
          </a:custGeom>
          <a:solidFill>
            <a:srgbClr val="000000">
              <a:alpha val="40000"/>
            </a:srgbClr>
          </a:solidFill>
          <a:ln w="10954" cap="flat">
            <a:noFill/>
            <a:prstDash val="solid"/>
            <a:miter/>
          </a:ln>
        </p:spPr>
        <p:txBody>
          <a:bodyPr rtlCol="0" anchor="ctr"/>
          <a:lstStyle/>
          <a:p>
            <a:endParaRPr lang="en-US"/>
          </a:p>
        </p:txBody>
      </p:sp>
      <p:sp>
        <p:nvSpPr>
          <p:cNvPr id="7" name="Title ">
            <a:extLst>
              <a:ext uri="{FF2B5EF4-FFF2-40B4-BE49-F238E27FC236}">
                <a16:creationId xmlns:a16="http://schemas.microsoft.com/office/drawing/2014/main" id="{ADB32871-EA4C-08B1-6E04-C142128A7B2A}"/>
              </a:ext>
            </a:extLst>
          </p:cNvPr>
          <p:cNvSpPr txBox="1">
            <a:spLocks/>
          </p:cNvSpPr>
          <p:nvPr/>
        </p:nvSpPr>
        <p:spPr>
          <a:xfrm>
            <a:off x="882075" y="2700956"/>
            <a:ext cx="2799378" cy="145608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0" kern="1200">
                <a:solidFill>
                  <a:schemeClr val="bg1"/>
                </a:solidFill>
                <a:latin typeface="Trebuchet MS" panose="020B0703020202090204" pitchFamily="34" charset="0"/>
                <a:ea typeface="+mj-ea"/>
                <a:cs typeface="+mj-cs"/>
              </a:defRPr>
            </a:lvl1pPr>
          </a:lstStyle>
          <a:p>
            <a:r>
              <a:rPr lang="en-US" dirty="0"/>
              <a:t>Thank you</a:t>
            </a:r>
            <a:br>
              <a:rPr lang="en-US" dirty="0"/>
            </a:br>
            <a:r>
              <a:rPr lang="en-US" dirty="0" err="1"/>
              <a:t>Enkosi</a:t>
            </a:r>
            <a:br>
              <a:rPr lang="en-US" dirty="0"/>
            </a:br>
            <a:r>
              <a:rPr lang="en-US" dirty="0" err="1"/>
              <a:t>Dankie</a:t>
            </a:r>
            <a:endParaRPr lang="en-US" dirty="0"/>
          </a:p>
        </p:txBody>
      </p:sp>
    </p:spTree>
    <p:extLst>
      <p:ext uri="{BB962C8B-B14F-4D97-AF65-F5344CB8AC3E}">
        <p14:creationId xmlns:p14="http://schemas.microsoft.com/office/powerpoint/2010/main" val="4085253918"/>
      </p:ext>
    </p:extLst>
  </p:cSld>
  <p:clrMapOvr>
    <a:masterClrMapping/>
  </p:clrMapOvr>
</p:sld>
</file>

<file path=ppt/theme/theme1.xml><?xml version="1.0" encoding="utf-8"?>
<a:theme xmlns:a="http://schemas.openxmlformats.org/drawingml/2006/main" name="Office Theme">
  <a:themeElements>
    <a:clrScheme name="EGINEERING#2022">
      <a:dk1>
        <a:srgbClr val="4D5356"/>
      </a:dk1>
      <a:lt1>
        <a:srgbClr val="FFFFFF"/>
      </a:lt1>
      <a:dk2>
        <a:srgbClr val="4D5356"/>
      </a:dk2>
      <a:lt2>
        <a:srgbClr val="FFFFFF"/>
      </a:lt2>
      <a:accent1>
        <a:srgbClr val="61223B"/>
      </a:accent1>
      <a:accent2>
        <a:srgbClr val="B79962"/>
      </a:accent2>
      <a:accent3>
        <a:srgbClr val="EBA900"/>
      </a:accent3>
      <a:accent4>
        <a:srgbClr val="8C979A"/>
      </a:accent4>
      <a:accent5>
        <a:srgbClr val="61223B"/>
      </a:accent5>
      <a:accent6>
        <a:srgbClr val="8B2346"/>
      </a:accent6>
      <a:hlink>
        <a:srgbClr val="B79962"/>
      </a:hlink>
      <a:folHlink>
        <a:srgbClr val="8C979A"/>
      </a:folHlink>
    </a:clrScheme>
    <a:fontScheme name="Trebuchet MS">
      <a:majorFont>
        <a:latin typeface="Trebuchet MS" panose="020B0603020202020204"/>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4B3423FE29EEC49A5FBBA28DDDCC119" ma:contentTypeVersion="18" ma:contentTypeDescription="Create a new document." ma:contentTypeScope="" ma:versionID="9fc8a1d5995b99482319092492896ab1">
  <xsd:schema xmlns:xsd="http://www.w3.org/2001/XMLSchema" xmlns:xs="http://www.w3.org/2001/XMLSchema" xmlns:p="http://schemas.microsoft.com/office/2006/metadata/properties" xmlns:ns2="5270dd94-f8cf-4d97-83e9-08c5e417fbc3" xmlns:ns3="32320dda-a88b-47bc-962e-2aaac57cca39" targetNamespace="http://schemas.microsoft.com/office/2006/metadata/properties" ma:root="true" ma:fieldsID="8d1b018b7732862bda1a1f425d035c40" ns2:_="" ns3:_="">
    <xsd:import namespace="5270dd94-f8cf-4d97-83e9-08c5e417fbc3"/>
    <xsd:import namespace="32320dda-a88b-47bc-962e-2aaac57cca39"/>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3:SharedWithUsers" minOccurs="0"/>
                <xsd:element ref="ns3:SharedWithDetails" minOccurs="0"/>
                <xsd:element ref="ns2:lcf76f155ced4ddcb4097134ff3c332f" minOccurs="0"/>
                <xsd:element ref="ns3:TaxCatchAll" minOccurs="0"/>
                <xsd:element ref="ns2:MediaServiceOCR" minOccurs="0"/>
                <xsd:element ref="ns2:MediaLengthInSeconds" minOccurs="0"/>
                <xsd:element ref="ns2:MediaServiceLocation"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270dd94-f8cf-4d97-83e9-08c5e417fbc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f52a57b7-faf8-40f9-a460-bb3073308a5e"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LengthInSeconds" ma:index="22" nillable="true" ma:displayName="MediaLengthInSeconds" ma:hidden="true" ma:internalName="MediaLengthInSeconds" ma:readOnly="true">
      <xsd:simpleType>
        <xsd:restriction base="dms:Unknown"/>
      </xsd:simpleType>
    </xsd:element>
    <xsd:element name="MediaServiceLocation" ma:index="23" nillable="true" ma:displayName="Location" ma:internalName="MediaServiceLocation"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ObjectDetectorVersions" ma:index="25"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2320dda-a88b-47bc-962e-2aaac57cca39"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351cf5e1-6aa9-45e4-957f-34d7a3494660}" ma:internalName="TaxCatchAll" ma:showField="CatchAllData" ma:web="32320dda-a88b-47bc-962e-2aaac57cca3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32320dda-a88b-47bc-962e-2aaac57cca39" xsi:nil="true"/>
    <lcf76f155ced4ddcb4097134ff3c332f xmlns="5270dd94-f8cf-4d97-83e9-08c5e417fbc3">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78CF45D-B0CB-452D-8F6F-8B5D18CEA1E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270dd94-f8cf-4d97-83e9-08c5e417fbc3"/>
    <ds:schemaRef ds:uri="32320dda-a88b-47bc-962e-2aaac57cca3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0299697-2CF8-477D-9BB6-43782C4197C7}">
  <ds:schemaRefs>
    <ds:schemaRef ds:uri="http://schemas.microsoft.com/office/2006/metadata/properties"/>
    <ds:schemaRef ds:uri="http://schemas.microsoft.com/office/infopath/2007/PartnerControls"/>
    <ds:schemaRef ds:uri="32320dda-a88b-47bc-962e-2aaac57cca39"/>
    <ds:schemaRef ds:uri="5270dd94-f8cf-4d97-83e9-08c5e417fbc3"/>
  </ds:schemaRefs>
</ds:datastoreItem>
</file>

<file path=customXml/itemProps3.xml><?xml version="1.0" encoding="utf-8"?>
<ds:datastoreItem xmlns:ds="http://schemas.openxmlformats.org/officeDocument/2006/customXml" ds:itemID="{B892287B-DDA9-43AF-877D-51351E0FB67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40727</TotalTime>
  <Words>1103</Words>
  <Application>Microsoft Office PowerPoint</Application>
  <PresentationFormat>Widescreen</PresentationFormat>
  <Paragraphs>65</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Raleway</vt:lpstr>
      <vt:lpstr>Trebuchet MS</vt:lpstr>
      <vt:lpstr>Office Theme</vt:lpstr>
      <vt:lpstr>Raspberry Pi Laparoscope: Progress Meeting By Pieter Breytenbach</vt:lpstr>
      <vt:lpstr>Contents</vt:lpstr>
      <vt:lpstr>What is a laparoscope?</vt:lpstr>
      <vt:lpstr>Objectives</vt:lpstr>
      <vt:lpstr>Motivation</vt:lpstr>
      <vt:lpstr>Current Progress</vt:lpstr>
      <vt:lpstr>Main design dimensions</vt:lpstr>
      <vt:lpstr>Selected concept</vt:lpstr>
      <vt:lpstr>Vision Meta endoscope</vt:lpstr>
      <vt:lpstr>Planned steps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Muller, L, Mev [lm2@sun.ac.za]</dc:creator>
  <cp:lastModifiedBy>Breytenbach, PW, Mr [26122146@sun.ac.za]</cp:lastModifiedBy>
  <cp:revision>744</cp:revision>
  <dcterms:created xsi:type="dcterms:W3CDTF">2021-09-15T08:20:16Z</dcterms:created>
  <dcterms:modified xsi:type="dcterms:W3CDTF">2026-04-23T20:02:57Z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0x010100008C6D65BAC40A45BAB92F14DB5F4FAF</vt:lpwstr>
  </property>
  <property fmtid="{D5CDD505-2E9C-101B-9397-08002B2CF9AE}" pid="3" name="MediaServiceImageTags">
    <vt:lpwstr/>
  </property>
</Properties>
</file>