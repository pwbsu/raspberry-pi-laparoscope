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464" r:id="rId5"/>
    <p:sldId id="401" r:id="rId6"/>
    <p:sldId id="465" r:id="rId7"/>
    <p:sldId id="466" r:id="rId8"/>
    <p:sldId id="467" r:id="rId9"/>
    <p:sldId id="4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9" autoAdjust="0"/>
    <p:restoredTop sz="70322"/>
  </p:normalViewPr>
  <p:slideViewPr>
    <p:cSldViewPr snapToGrid="0" snapToObjects="1" showGuides="1">
      <p:cViewPr varScale="1">
        <p:scale>
          <a:sx n="78" d="100"/>
          <a:sy n="78" d="100"/>
        </p:scale>
        <p:origin x="2436" y="96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21 April 2026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Skripsie</a:t>
            </a:r>
            <a:r>
              <a:rPr lang="en-US" dirty="0"/>
              <a:t> progress</a:t>
            </a:r>
          </a:p>
          <a:p>
            <a:r>
              <a:rPr lang="en-US" dirty="0"/>
              <a:t>2 endoscope products that will be used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Started with detailed design.</a:t>
            </a:r>
          </a:p>
          <a:p>
            <a:pPr>
              <a:buFont typeface="Wingdings" panose="05000000000000000000" pitchFamily="2" charset="2"/>
              <a:buChar char="§"/>
            </a:pP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Finish detailed design for the laparoscope</a:t>
            </a:r>
          </a:p>
          <a:p>
            <a:r>
              <a:rPr lang="en-ZA" dirty="0"/>
              <a:t>Prepare for progress meeting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D6C33-B76F-70EE-9572-F3ECA36E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FB50B-E389-65EB-4208-C1DD257C8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07" y="1707775"/>
            <a:ext cx="11337731" cy="358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3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42101</TotalTime>
  <Words>257</Words>
  <Application>Microsoft Office PowerPoint</Application>
  <PresentationFormat>Widescreen</PresentationFormat>
  <Paragraphs>39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21 April 2026 By Pieter Breytenbach</vt:lpstr>
      <vt:lpstr>Last Week Meeting </vt:lpstr>
      <vt:lpstr>This weeks progress</vt:lpstr>
      <vt:lpstr>This weeks planned progress</vt:lpstr>
      <vt:lpstr>Gantt Chart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753</cp:revision>
  <dcterms:created xsi:type="dcterms:W3CDTF">2021-09-15T08:20:16Z</dcterms:created>
  <dcterms:modified xsi:type="dcterms:W3CDTF">2026-04-21T10:20:48Z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