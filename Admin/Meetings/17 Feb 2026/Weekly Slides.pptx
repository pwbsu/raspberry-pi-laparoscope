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17E42-A926-B595-DD9F-CC36E633B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127C6-3088-3A77-D0D8-F209C46C00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F5723-BD9C-F6D7-9272-1F79DE855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53B74-4764-483A-A06D-E620EFABB0A0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EF777-2100-F342-0F6B-80DAA0D09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CBC66-95B5-076C-049C-CDEC1C0C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8BC9F-C4CB-4AAB-BE30-9400ABE2F1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65949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89BAF-D2AF-FC2A-0275-01A717BA6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C8A0B-04C9-035E-A5F3-4F200944C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73328-374F-5EED-5A87-F6889B6F3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53B74-4764-483A-A06D-E620EFABB0A0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86209-DDA5-6EB2-86B5-C50D811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BBB1F-EF35-739A-57A1-420F8ED31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8BC9F-C4CB-4AAB-BE30-9400ABE2F1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72265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C4C07-5369-137F-675B-7DCEB524C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660F6-5C6A-C323-A28D-FD94CE044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0BAFD-3C9A-453E-3CCF-53766EBED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53B74-4764-483A-A06D-E620EFABB0A0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EF412-D19E-83F3-0B2B-5DBD1ED2F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4B47-27CC-ED1B-DAE8-8433EE95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8BC9F-C4CB-4AAB-BE30-9400ABE2F1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5848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23BA-6242-F713-206C-4EF6D1A38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2345B-D57A-71CE-7EF0-8BA4A9FF9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AC316-B828-4B89-5FFC-16AB4DE03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5C8F-FDCB-336F-9547-3CACCCFE1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53B74-4764-483A-A06D-E620EFABB0A0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F6C58-33AB-D834-D916-74AD52F3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BA051-D1AB-7365-5B3F-F2C6FE4D9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8BC9F-C4CB-4AAB-BE30-9400ABE2F1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15237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C14EE-4053-56E2-828F-63B10CC7E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1D755-C698-5044-B793-CC5AA317A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895622-2FB9-BC41-EAA3-64299375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4690C8-08C8-6F2A-5804-B6876EE699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BC96BB-46EE-4CA6-8782-7D6C2A0361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6B1CF7-A1D2-108C-8DBC-9EDF31F0A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53B74-4764-483A-A06D-E620EFABB0A0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BE0A8C-620D-2AD4-7982-3734E452C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4343CA-60D6-4EEF-A232-F486570F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8BC9F-C4CB-4AAB-BE30-9400ABE2F1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5947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C49D4-B30B-BA9E-680D-06AF2C66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6D8F8E-D0A7-75CD-228F-958599446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53B74-4764-483A-A06D-E620EFABB0A0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71BE1-B64B-CC22-26AD-D899D9EE5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1F7AD-D582-DE81-EB2B-0BDDF0975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8BC9F-C4CB-4AAB-BE30-9400ABE2F1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50465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23442B-8484-E0D8-24D8-4350059D6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53B74-4764-483A-A06D-E620EFABB0A0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0607AB-3056-684E-E5F2-A3A2D2320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1F108-3BED-2EB5-56A7-2A358AFD0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8BC9F-C4CB-4AAB-BE30-9400ABE2F1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35853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57089-8EA7-1194-F6C4-47ADD826C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B9297-290F-A934-AA30-3755B52A7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A3CF33-EA93-C820-08BB-52DA71A61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2D2D0-DCF2-2468-5BA6-D1463C29C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53B74-4764-483A-A06D-E620EFABB0A0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F2386-C5C8-2591-59F1-DDCF2E42D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19E18-C226-A31B-2A56-CD9AE6A8C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8BC9F-C4CB-4AAB-BE30-9400ABE2F1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83160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FD44F-438A-E3D5-134E-18F4D0DD5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87F0AC-AC7D-2989-39F7-C8EE116BF8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394CB-2360-C3B6-76ED-D0CC7EAD2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56F12-D997-BCB2-6F56-53E563C61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53B74-4764-483A-A06D-E620EFABB0A0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4609C-A1F6-9183-4B63-6B11583A1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F92D9-2DAF-BD96-81C5-532D7984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8BC9F-C4CB-4AAB-BE30-9400ABE2F1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56180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8DDAD-5C40-0030-4A8B-6D6DC279E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45BDE-CC3A-4DFF-F544-69A064541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E7C94-224F-B2EB-7845-2C57C164B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53B74-4764-483A-A06D-E620EFABB0A0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39E27-D28D-0FCE-B14D-3BE28AF59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9DAD6-8889-7292-FFEA-2C4E52E75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8BC9F-C4CB-4AAB-BE30-9400ABE2F1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09573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13ABB5-2D00-1B4D-320D-AA7CFCF49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21977-9871-9FDB-04EF-F89792BD0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737F0-0854-C958-B02C-16C379890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53B74-4764-483A-A06D-E620EFABB0A0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E5E3C-348E-F04C-D6C9-BD0D6B053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A8A6E-097F-C25A-346E-85B438BD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8BC9F-C4CB-4AAB-BE30-9400ABE2F1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22698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588F8D-70AD-D513-96B6-7341721EC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F4E86-CF3C-F488-A1DB-A6CAA133B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3B078-6420-E6E5-22CE-B0C880BB7D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853B74-4764-483A-A06D-E620EFABB0A0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C9E49-4C33-A5C0-ECA3-C244EC2AC2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C3386-5333-EBC5-37C3-45B15A913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88BC9F-C4CB-4AAB-BE30-9400ABE2F1B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65325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E397-6015-81B8-CF61-5E227DE230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Weekly Slides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A369A-0802-EFF6-CF83-EDAA92944A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/>
              <a:t>Pieter Breytenbach</a:t>
            </a:r>
          </a:p>
          <a:p>
            <a:r>
              <a:rPr lang="en-ZA" dirty="0"/>
              <a:t>17/02/2026</a:t>
            </a:r>
          </a:p>
        </p:txBody>
      </p:sp>
    </p:spTree>
    <p:extLst>
      <p:ext uri="{BB962C8B-B14F-4D97-AF65-F5344CB8AC3E}">
        <p14:creationId xmlns:p14="http://schemas.microsoft.com/office/powerpoint/2010/main" val="343267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3A36A-0566-8B78-CC5E-91E0013D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Previous Meeting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3B89D-B260-844A-24F2-C190844A9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General introduction for all students</a:t>
            </a:r>
          </a:p>
          <a:p>
            <a:r>
              <a:rPr lang="en-ZA" dirty="0"/>
              <a:t>Documentation explanation</a:t>
            </a: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5914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D5E13-045B-958A-E8E5-D79357706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Last weeks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17491-4533-C7EE-D772-DD162CB63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Preliminary research (75% done)</a:t>
            </a:r>
          </a:p>
          <a:p>
            <a:r>
              <a:rPr lang="en-ZA" dirty="0"/>
              <a:t>Proposal Documentation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Background (95 %) [Require still a picture]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Aim and Objectives (100 %)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Use of AI tools (100%)</a:t>
            </a:r>
          </a:p>
          <a:p>
            <a:pPr>
              <a:buFont typeface="Wingdings" panose="05000000000000000000" pitchFamily="2" charset="2"/>
              <a:buChar char="§"/>
            </a:pPr>
            <a:endParaRPr lang="en-ZA" dirty="0"/>
          </a:p>
          <a:p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31325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11156-3216-B108-E3AD-D106F58C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This weeks planned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D64D7-1956-8BD9-D0D8-5428A43F2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Preliminary Research (100 %)</a:t>
            </a:r>
          </a:p>
          <a:p>
            <a:r>
              <a:rPr lang="en-ZA" dirty="0"/>
              <a:t>Proposal Documentation: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Scope, Motivation (100%)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Research Documentation (100%)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Executive Summary (100%)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Research Methodology, Workplan, Resource Requirements, Expected Results. (100 %)</a:t>
            </a:r>
          </a:p>
        </p:txBody>
      </p:sp>
    </p:spTree>
    <p:extLst>
      <p:ext uri="{BB962C8B-B14F-4D97-AF65-F5344CB8AC3E}">
        <p14:creationId xmlns:p14="http://schemas.microsoft.com/office/powerpoint/2010/main" val="3891622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 descr="A screenshot of a project&#10;&#10;AI-generated content may be incorrect.">
            <a:extLst>
              <a:ext uri="{FF2B5EF4-FFF2-40B4-BE49-F238E27FC236}">
                <a16:creationId xmlns:a16="http://schemas.microsoft.com/office/drawing/2014/main" id="{CCA1F38C-83F9-4920-B4B4-75B1968A7F6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847023" y="28142"/>
            <a:ext cx="10943924" cy="682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018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92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Weekly Slides</vt:lpstr>
      <vt:lpstr>Previous Meeting Summary</vt:lpstr>
      <vt:lpstr>Last weeks progress</vt:lpstr>
      <vt:lpstr>This weeks planned progress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pieter Breytenbach</dc:creator>
  <cp:lastModifiedBy>pieter Breytenbach</cp:lastModifiedBy>
  <cp:revision>2</cp:revision>
  <dcterms:created xsi:type="dcterms:W3CDTF">2026-02-17T07:47:48Z</dcterms:created>
  <dcterms:modified xsi:type="dcterms:W3CDTF">2026-02-17T10:50:27Z</dcterms:modified>
</cp:coreProperties>
</file>