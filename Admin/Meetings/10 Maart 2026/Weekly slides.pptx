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sldIdLst>
    <p:sldId id="464" r:id="rId5"/>
    <p:sldId id="401" r:id="rId6"/>
    <p:sldId id="465" r:id="rId7"/>
    <p:sldId id="466" r:id="rId8"/>
    <p:sldId id="467" r:id="rId9"/>
    <p:sldId id="468" r:id="rId10"/>
    <p:sldId id="45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61223B"/>
    <a:srgbClr val="3A3E40"/>
    <a:srgbClr val="F1EBDF"/>
    <a:srgbClr val="461B2B"/>
    <a:srgbClr val="461A2B"/>
    <a:srgbClr val="4D5356"/>
    <a:srgbClr val="E2D6C0"/>
    <a:srgbClr val="8B2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29" autoAdjust="0"/>
    <p:restoredTop sz="70322"/>
  </p:normalViewPr>
  <p:slideViewPr>
    <p:cSldViewPr snapToGrid="0" snapToObjects="1" showGuides="1">
      <p:cViewPr varScale="1">
        <p:scale>
          <a:sx n="58" d="100"/>
          <a:sy n="58" d="100"/>
        </p:scale>
        <p:origin x="1080" y="48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56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3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2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9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placehol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4D5691A-DF2A-B631-3356-F20E32A723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153150"/>
          </a:xfrm>
          <a:custGeom>
            <a:avLst/>
            <a:gdLst>
              <a:gd name="connsiteX0" fmla="*/ 0 w 12192000"/>
              <a:gd name="connsiteY0" fmla="*/ 0 h 6153150"/>
              <a:gd name="connsiteX1" fmla="*/ 12192000 w 12192000"/>
              <a:gd name="connsiteY1" fmla="*/ 0 h 6153150"/>
              <a:gd name="connsiteX2" fmla="*/ 12192000 w 12192000"/>
              <a:gd name="connsiteY2" fmla="*/ 2812338 h 6153150"/>
              <a:gd name="connsiteX3" fmla="*/ 12192000 w 12192000"/>
              <a:gd name="connsiteY3" fmla="*/ 4980890 h 6153150"/>
              <a:gd name="connsiteX4" fmla="*/ 12190158 w 12192000"/>
              <a:gd name="connsiteY4" fmla="*/ 5028464 h 6153150"/>
              <a:gd name="connsiteX5" fmla="*/ 11268702 w 12192000"/>
              <a:gd name="connsiteY5" fmla="*/ 6150849 h 6153150"/>
              <a:gd name="connsiteX6" fmla="*/ 11218565 w 12192000"/>
              <a:gd name="connsiteY6" fmla="*/ 6153150 h 6153150"/>
              <a:gd name="connsiteX7" fmla="*/ 732479 w 12192000"/>
              <a:gd name="connsiteY7" fmla="*/ 6153150 h 6153150"/>
              <a:gd name="connsiteX8" fmla="*/ 0 w 12192000"/>
              <a:gd name="connsiteY8" fmla="*/ 6152812 h 615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153150">
                <a:moveTo>
                  <a:pt x="0" y="0"/>
                </a:moveTo>
                <a:lnTo>
                  <a:pt x="12192000" y="0"/>
                </a:lnTo>
                <a:lnTo>
                  <a:pt x="12192000" y="2812338"/>
                </a:lnTo>
                <a:lnTo>
                  <a:pt x="12192000" y="4980890"/>
                </a:lnTo>
                <a:lnTo>
                  <a:pt x="12190158" y="5028464"/>
                </a:lnTo>
                <a:cubicBezTo>
                  <a:pt x="12139394" y="5640573"/>
                  <a:pt x="11907055" y="6089798"/>
                  <a:pt x="11268702" y="6150849"/>
                </a:cubicBezTo>
                <a:lnTo>
                  <a:pt x="11218565" y="6153150"/>
                </a:lnTo>
                <a:lnTo>
                  <a:pt x="732479" y="6153150"/>
                </a:lnTo>
                <a:lnTo>
                  <a:pt x="0" y="6152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A2218D35-116E-8153-354A-A6E99E1315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77" y="-214184"/>
            <a:ext cx="2066165" cy="3790815"/>
          </a:xfrm>
          <a:prstGeom prst="rect">
            <a:avLst/>
          </a:prstGeom>
        </p:spPr>
      </p:pic>
      <p:pic>
        <p:nvPicPr>
          <p:cNvPr id="17" name="Picture 16" descr="Graphical user interface&#10;&#10;Description automatically generated with medium confidence" hidden="1">
            <a:extLst>
              <a:ext uri="{FF2B5EF4-FFF2-40B4-BE49-F238E27FC236}">
                <a16:creationId xmlns:a16="http://schemas.microsoft.com/office/drawing/2014/main" id="{9132A00F-2C35-A6C6-E1AB-2CC3680605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-8170" y="0"/>
            <a:ext cx="12200170" cy="687922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CD36E32-2A40-D24A-8390-E02F52844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6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id maroon backgrou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FBB9BB2-B12A-6B43-D83C-0CF7C7398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04928" y="7654"/>
            <a:ext cx="2187072" cy="6866389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E75E6900-34EA-B252-FDC5-6373F9E10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9BC7BE7-92CB-84E6-6352-F8D05593BDF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"/>
            <a:ext cx="332961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2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674"/>
            <a:ext cx="12190620" cy="5180748"/>
          </a:xfrm>
          <a:prstGeom prst="rect">
            <a:avLst/>
          </a:prstGeom>
        </p:spPr>
      </p:pic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329" y="1701053"/>
            <a:ext cx="11506253" cy="479387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29" y="266387"/>
            <a:ext cx="890299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65295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1701053"/>
            <a:ext cx="5546206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19918"/>
            <a:ext cx="5546208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2" y="1701053"/>
            <a:ext cx="5546208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19918"/>
            <a:ext cx="5546209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25377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778" y="216396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97619" y="1701053"/>
            <a:ext cx="3599998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761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145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45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1701053"/>
            <a:ext cx="6474045" cy="4786833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</p:spTree>
    <p:extLst>
      <p:ext uri="{BB962C8B-B14F-4D97-AF65-F5344CB8AC3E}">
        <p14:creationId xmlns:p14="http://schemas.microsoft.com/office/powerpoint/2010/main" val="404309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2226" y="1697394"/>
            <a:ext cx="7462444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  <p:pic>
        <p:nvPicPr>
          <p:cNvPr id="4" name="Pattern">
            <a:extLst>
              <a:ext uri="{FF2B5EF4-FFF2-40B4-BE49-F238E27FC236}">
                <a16:creationId xmlns:a16="http://schemas.microsoft.com/office/drawing/2014/main" id="{4D545818-D6DD-5899-FA21-137F0F411C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alphaModFix amt="40000"/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17952"/>
          <a:stretch/>
        </p:blipFill>
        <p:spPr>
          <a:xfrm>
            <a:off x="1379" y="1417791"/>
            <a:ext cx="4041984" cy="4250610"/>
          </a:xfrm>
          <a:prstGeom prst="rect">
            <a:avLst/>
          </a:prstGeom>
        </p:spPr>
      </p:pic>
      <p:sp>
        <p:nvSpPr>
          <p:cNvPr id="5" name="Sub-heading">
            <a:extLst>
              <a:ext uri="{FF2B5EF4-FFF2-40B4-BE49-F238E27FC236}">
                <a16:creationId xmlns:a16="http://schemas.microsoft.com/office/drawing/2014/main" id="{E9D14674-E58C-AC8B-92E7-C82D828AC1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242" y="1701054"/>
            <a:ext cx="3703121" cy="377784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6518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0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0F0F078F-8A4E-A3A0-9754-9B7523B147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2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51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2BCAE-CD52-F05E-AB35-904BBB08A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59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48016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88868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28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and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oon Banner">
            <a:extLst>
              <a:ext uri="{FF2B5EF4-FFF2-40B4-BE49-F238E27FC236}">
                <a16:creationId xmlns:a16="http://schemas.microsoft.com/office/drawing/2014/main" id="{27B3C7B2-3D0E-A7A9-4946-A4D6623DB66E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10" name="SU Logo">
            <a:extLst>
              <a:ext uri="{FF2B5EF4-FFF2-40B4-BE49-F238E27FC236}">
                <a16:creationId xmlns:a16="http://schemas.microsoft.com/office/drawing/2014/main" id="{24C9EA30-79BC-2EF9-2B1B-F7FC424B42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30" y="272383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0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with maroon ban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pic>
        <p:nvPicPr>
          <p:cNvPr id="4" name="Maroon Banner">
            <a:extLst>
              <a:ext uri="{FF2B5EF4-FFF2-40B4-BE49-F238E27FC236}">
                <a16:creationId xmlns:a16="http://schemas.microsoft.com/office/drawing/2014/main" id="{011D927B-294B-9142-D12A-08A577F8979A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C79BD1A6-E2E5-8AFF-1C5E-4E48D9AD9C6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C67055D-7861-6C38-2642-820C3E8B3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41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776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/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">
            <a:extLst>
              <a:ext uri="{FF2B5EF4-FFF2-40B4-BE49-F238E27FC236}">
                <a16:creationId xmlns:a16="http://schemas.microsoft.com/office/drawing/2014/main" id="{9ED6FEF4-BAF3-0D66-B6BF-B81560E0E5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"/>
            <a:ext cx="12192000" cy="68580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700954"/>
            <a:ext cx="4411640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8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.Strip.Footer">
            <a:extLst>
              <a:ext uri="{FF2B5EF4-FFF2-40B4-BE49-F238E27FC236}">
                <a16:creationId xmlns:a16="http://schemas.microsoft.com/office/drawing/2014/main" id="{CA1C759E-C34F-40B0-240D-BD3B24826B0B}"/>
              </a:ext>
            </a:extLst>
          </p:cNvPr>
          <p:cNvSpPr/>
          <p:nvPr userDrawn="1"/>
        </p:nvSpPr>
        <p:spPr>
          <a:xfrm>
            <a:off x="0" y="6585222"/>
            <a:ext cx="12192000" cy="275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Engineering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7" name="Gold line">
            <a:extLst>
              <a:ext uri="{FF2B5EF4-FFF2-40B4-BE49-F238E27FC236}">
                <a16:creationId xmlns:a16="http://schemas.microsoft.com/office/drawing/2014/main" id="{3693D1F9-4515-3318-7EC4-D360748AA11D}"/>
              </a:ext>
            </a:extLst>
          </p:cNvPr>
          <p:cNvCxnSpPr>
            <a:cxnSpLocks/>
          </p:cNvCxnSpPr>
          <p:nvPr userDrawn="1"/>
        </p:nvCxnSpPr>
        <p:spPr>
          <a:xfrm>
            <a:off x="0" y="6590156"/>
            <a:ext cx="12192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242" y="1708280"/>
            <a:ext cx="11511516" cy="478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9086DBD-5A09-A082-83CD-FF70F4F45CF9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584456" y="1"/>
            <a:ext cx="2609737" cy="1410832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49" y="265152"/>
            <a:ext cx="8903973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 hidden="1">
            <a:extLst>
              <a:ext uri="{FF2B5EF4-FFF2-40B4-BE49-F238E27FC236}">
                <a16:creationId xmlns:a16="http://schemas.microsoft.com/office/drawing/2014/main" id="{D5D9A9DC-00EF-2E31-9F03-326088DB4048}"/>
              </a:ext>
            </a:extLst>
          </p:cNvPr>
          <p:cNvCxnSpPr/>
          <p:nvPr userDrawn="1"/>
        </p:nvCxnSpPr>
        <p:spPr>
          <a:xfrm>
            <a:off x="-355601" y="1413743"/>
            <a:ext cx="13926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FFDA071B-3A7E-3265-CD6B-8B290A273793}"/>
              </a:ext>
            </a:extLst>
          </p:cNvPr>
          <p:cNvSpPr/>
          <p:nvPr userDrawn="1"/>
        </p:nvSpPr>
        <p:spPr>
          <a:xfrm>
            <a:off x="340242" y="354420"/>
            <a:ext cx="11511517" cy="614289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22D32F58-0A4C-7878-21CF-B413B294E22E}"/>
              </a:ext>
            </a:extLst>
          </p:cNvPr>
          <p:cNvSpPr/>
          <p:nvPr userDrawn="1"/>
        </p:nvSpPr>
        <p:spPr>
          <a:xfrm>
            <a:off x="9584456" y="313273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 hidden="1">
            <a:extLst>
              <a:ext uri="{FF2B5EF4-FFF2-40B4-BE49-F238E27FC236}">
                <a16:creationId xmlns:a16="http://schemas.microsoft.com/office/drawing/2014/main" id="{FA2AA88C-E7FB-D2AE-FFF2-E135C26E6D42}"/>
              </a:ext>
            </a:extLst>
          </p:cNvPr>
          <p:cNvCxnSpPr/>
          <p:nvPr userDrawn="1"/>
        </p:nvCxnSpPr>
        <p:spPr>
          <a:xfrm>
            <a:off x="9249110" y="-425303"/>
            <a:ext cx="0" cy="7549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 hidden="1">
            <a:extLst>
              <a:ext uri="{FF2B5EF4-FFF2-40B4-BE49-F238E27FC236}">
                <a16:creationId xmlns:a16="http://schemas.microsoft.com/office/drawing/2014/main" id="{BBA097D7-678A-F0BE-FE91-E7E8F3A9FBFD}"/>
              </a:ext>
            </a:extLst>
          </p:cNvPr>
          <p:cNvSpPr/>
          <p:nvPr userDrawn="1"/>
        </p:nvSpPr>
        <p:spPr>
          <a:xfrm>
            <a:off x="9262234" y="6504999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 hidden="1">
            <a:extLst>
              <a:ext uri="{FF2B5EF4-FFF2-40B4-BE49-F238E27FC236}">
                <a16:creationId xmlns:a16="http://schemas.microsoft.com/office/drawing/2014/main" id="{B48ACC47-CB5D-F4B3-89E0-DFC2258C411D}"/>
              </a:ext>
            </a:extLst>
          </p:cNvPr>
          <p:cNvCxnSpPr/>
          <p:nvPr userDrawn="1"/>
        </p:nvCxnSpPr>
        <p:spPr>
          <a:xfrm>
            <a:off x="-355058" y="1697394"/>
            <a:ext cx="1353234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697" r:id="rId3"/>
    <p:sldLayoutId id="2147483725" r:id="rId4"/>
    <p:sldLayoutId id="2147483712" r:id="rId5"/>
    <p:sldLayoutId id="2147483716" r:id="rId6"/>
    <p:sldLayoutId id="2147483741" r:id="rId7"/>
    <p:sldLayoutId id="2147483729" r:id="rId8"/>
    <p:sldLayoutId id="2147483769" r:id="rId9"/>
    <p:sldLayoutId id="2147483768" r:id="rId10"/>
    <p:sldLayoutId id="2147483757" r:id="rId11"/>
    <p:sldLayoutId id="2147483760" r:id="rId12"/>
    <p:sldLayoutId id="2147483761" r:id="rId13"/>
    <p:sldLayoutId id="2147483764" r:id="rId14"/>
    <p:sldLayoutId id="2147483756" r:id="rId15"/>
    <p:sldLayoutId id="2147483765" r:id="rId16"/>
    <p:sldLayoutId id="2147483766" r:id="rId17"/>
    <p:sldLayoutId id="2147483755" r:id="rId18"/>
    <p:sldLayoutId id="21474837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252" y="0"/>
            <a:ext cx="12192000" cy="615315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361145"/>
            <a:ext cx="12305869" cy="3790815"/>
            <a:chOff x="-8172" y="-361145"/>
            <a:chExt cx="12305869" cy="3790815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05B3FB-CC1B-40FE-8C78-EB7054A3CE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478106" y="-361145"/>
              <a:ext cx="1819591" cy="3790815"/>
            </a:xfrm>
            <a:prstGeom prst="rect">
              <a:avLst/>
            </a:prstGeom>
          </p:spPr>
        </p:pic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16" name="SU shape">
            <a:extLst>
              <a:ext uri="{FF2B5EF4-FFF2-40B4-BE49-F238E27FC236}">
                <a16:creationId xmlns:a16="http://schemas.microsoft.com/office/drawing/2014/main" id="{FDF7EEF7-FD95-CAD5-0FF9-5802CCA29236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79" y="2986105"/>
            <a:ext cx="4648853" cy="2342147"/>
          </a:xfrm>
        </p:spPr>
        <p:txBody>
          <a:bodyPr/>
          <a:lstStyle/>
          <a:p>
            <a:r>
              <a:rPr lang="en-US" dirty="0"/>
              <a:t>Weekly Meeting</a:t>
            </a:r>
            <a:br>
              <a:rPr lang="en-US" dirty="0"/>
            </a:br>
            <a:r>
              <a:rPr lang="en-US" dirty="0"/>
              <a:t>(10 March 2026)</a:t>
            </a:r>
            <a:br>
              <a:rPr lang="en-US" dirty="0"/>
            </a:br>
            <a:r>
              <a:rPr lang="en-US" dirty="0"/>
              <a:t>By Pieter Breytenbach</a:t>
            </a:r>
          </a:p>
        </p:txBody>
      </p:sp>
    </p:spTree>
    <p:extLst>
      <p:ext uri="{BB962C8B-B14F-4D97-AF65-F5344CB8AC3E}">
        <p14:creationId xmlns:p14="http://schemas.microsoft.com/office/powerpoint/2010/main" val="258715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2BF2-FD12-28C4-5819-9C0A819C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Questions about GA 5</a:t>
            </a:r>
          </a:p>
          <a:p>
            <a:r>
              <a:rPr lang="en-US" dirty="0"/>
              <a:t>Conversation about Micro Robotics endoscope</a:t>
            </a:r>
          </a:p>
          <a:p>
            <a:r>
              <a:rPr lang="en-US" dirty="0"/>
              <a:t>Talked about the necessary complexity required for the </a:t>
            </a:r>
            <a:r>
              <a:rPr lang="en-US" dirty="0" err="1"/>
              <a:t>skripsie</a:t>
            </a:r>
            <a:r>
              <a:rPr lang="en-US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3FCD7-196D-6996-0E8E-9139B9E3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Meeting </a:t>
            </a:r>
          </a:p>
        </p:txBody>
      </p:sp>
    </p:spTree>
    <p:extLst>
      <p:ext uri="{BB962C8B-B14F-4D97-AF65-F5344CB8AC3E}">
        <p14:creationId xmlns:p14="http://schemas.microsoft.com/office/powerpoint/2010/main" val="282915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26A14A-2D94-73FD-11F2-EFF151ED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Literature Review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Started with design requirements for the laparoscope. Started compiling list of available products.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Played a bit with the endoscope</a:t>
            </a:r>
            <a:br>
              <a:rPr lang="en-ZA" dirty="0"/>
            </a:br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365494-44F9-3AB5-5556-05FFC459A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weeks progress</a:t>
            </a:r>
          </a:p>
        </p:txBody>
      </p:sp>
    </p:spTree>
    <p:extLst>
      <p:ext uri="{BB962C8B-B14F-4D97-AF65-F5344CB8AC3E}">
        <p14:creationId xmlns:p14="http://schemas.microsoft.com/office/powerpoint/2010/main" val="277543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A2A946-B8F3-4D7E-4FEE-2D1829B0A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Finish design requirements and product lists.</a:t>
            </a:r>
          </a:p>
          <a:p>
            <a:r>
              <a:rPr lang="en-ZA" dirty="0"/>
              <a:t>Start with concept designs. </a:t>
            </a:r>
          </a:p>
          <a:p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6E98E7-EE7C-3D2F-F4FB-89CBC703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weeks planned progress</a:t>
            </a:r>
          </a:p>
        </p:txBody>
      </p:sp>
    </p:spTree>
    <p:extLst>
      <p:ext uri="{BB962C8B-B14F-4D97-AF65-F5344CB8AC3E}">
        <p14:creationId xmlns:p14="http://schemas.microsoft.com/office/powerpoint/2010/main" val="375004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F4463E-FC7B-D3A0-BC33-5126149AB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47EFFD-6656-A126-0880-4BB8468A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Gantt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450181-8109-D0A0-467E-04EF9D234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20" y="893431"/>
            <a:ext cx="9212585" cy="548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2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229D84-111B-1D46-063F-E52475867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3157" y="1701053"/>
            <a:ext cx="6397330" cy="4797998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A8AFEF1-9779-8114-4461-CB87DEB3F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23" y="2162753"/>
            <a:ext cx="4639444" cy="2258171"/>
          </a:xfrm>
        </p:spPr>
        <p:txBody>
          <a:bodyPr anchor="ctr">
            <a:normAutofit/>
          </a:bodyPr>
          <a:lstStyle/>
          <a:p>
            <a:r>
              <a:rPr lang="en-ZA" dirty="0"/>
              <a:t>This is the Way</a:t>
            </a:r>
          </a:p>
        </p:txBody>
      </p:sp>
    </p:spTree>
    <p:extLst>
      <p:ext uri="{BB962C8B-B14F-4D97-AF65-F5344CB8AC3E}">
        <p14:creationId xmlns:p14="http://schemas.microsoft.com/office/powerpoint/2010/main" val="3029162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SU shape">
            <a:extLst>
              <a:ext uri="{FF2B5EF4-FFF2-40B4-BE49-F238E27FC236}">
                <a16:creationId xmlns:a16="http://schemas.microsoft.com/office/drawing/2014/main" id="{158BEB47-8466-6EA9-429B-31B802564F90}"/>
              </a:ext>
            </a:extLst>
          </p:cNvPr>
          <p:cNvSpPr/>
          <p:nvPr/>
        </p:nvSpPr>
        <p:spPr>
          <a:xfrm>
            <a:off x="0" y="2740781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Photo by ...">
            <a:extLst>
              <a:ext uri="{FF2B5EF4-FFF2-40B4-BE49-F238E27FC236}">
                <a16:creationId xmlns:a16="http://schemas.microsoft.com/office/drawing/2014/main" id="{462A99E7-3842-07D7-CA8E-041BC17CC8BF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E245650-CF3D-BC4D-12F6-86D9EEC8605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5488" y="194982"/>
            <a:ext cx="3367549" cy="1820507"/>
          </a:xfrm>
          <a:prstGeom prst="rect">
            <a:avLst/>
          </a:prstGeom>
        </p:spPr>
      </p:pic>
      <p:sp>
        <p:nvSpPr>
          <p:cNvPr id="62" name="Title ">
            <a:extLst>
              <a:ext uri="{FF2B5EF4-FFF2-40B4-BE49-F238E27FC236}">
                <a16:creationId xmlns:a16="http://schemas.microsoft.com/office/drawing/2014/main" id="{8FE30489-4F84-58B6-0499-C23D7D46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75" y="3241168"/>
            <a:ext cx="2799378" cy="1456087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29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B3423FE29EEC49A5FBBA28DDDCC119" ma:contentTypeVersion="18" ma:contentTypeDescription="Create a new document." ma:contentTypeScope="" ma:versionID="9fc8a1d5995b99482319092492896ab1">
  <xsd:schema xmlns:xsd="http://www.w3.org/2001/XMLSchema" xmlns:xs="http://www.w3.org/2001/XMLSchema" xmlns:p="http://schemas.microsoft.com/office/2006/metadata/properties" xmlns:ns2="5270dd94-f8cf-4d97-83e9-08c5e417fbc3" xmlns:ns3="32320dda-a88b-47bc-962e-2aaac57cca39" targetNamespace="http://schemas.microsoft.com/office/2006/metadata/properties" ma:root="true" ma:fieldsID="8d1b018b7732862bda1a1f425d035c40" ns2:_="" ns3:_="">
    <xsd:import namespace="5270dd94-f8cf-4d97-83e9-08c5e417fbc3"/>
    <xsd:import namespace="32320dda-a88b-47bc-962e-2aaac57cca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0dd94-f8cf-4d97-83e9-08c5e417f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2a57b7-faf8-40f9-a460-bb3073308a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20dda-a88b-47bc-962e-2aaac57cca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1cf5e1-6aa9-45e4-957f-34d7a3494660}" ma:internalName="TaxCatchAll" ma:showField="CatchAllData" ma:web="32320dda-a88b-47bc-962e-2aaac57cca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320dda-a88b-47bc-962e-2aaac57cca39" xsi:nil="true"/>
    <lcf76f155ced4ddcb4097134ff3c332f xmlns="5270dd94-f8cf-4d97-83e9-08c5e417fbc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92287B-DDA9-43AF-877D-51351E0FB6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8CF45D-B0CB-452D-8F6F-8B5D18CEA1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0dd94-f8cf-4d97-83e9-08c5e417fbc3"/>
    <ds:schemaRef ds:uri="32320dda-a88b-47bc-962e-2aaac57cca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0299697-2CF8-477D-9BB6-43782C4197C7}">
  <ds:schemaRefs>
    <ds:schemaRef ds:uri="http://schemas.microsoft.com/office/2006/metadata/properties"/>
    <ds:schemaRef ds:uri="http://schemas.microsoft.com/office/infopath/2007/PartnerControls"/>
    <ds:schemaRef ds:uri="32320dda-a88b-47bc-962e-2aaac57cca39"/>
    <ds:schemaRef ds:uri="5270dd94-f8cf-4d97-83e9-08c5e417fbc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39934</TotalTime>
  <Words>292</Words>
  <Application>Microsoft Office PowerPoint</Application>
  <PresentationFormat>Widescreen</PresentationFormat>
  <Paragraphs>41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-apple-system</vt:lpstr>
      <vt:lpstr>Arial</vt:lpstr>
      <vt:lpstr>Calibri</vt:lpstr>
      <vt:lpstr>Raleway</vt:lpstr>
      <vt:lpstr>Trebuchet MS</vt:lpstr>
      <vt:lpstr>Wingdings</vt:lpstr>
      <vt:lpstr>Office Theme</vt:lpstr>
      <vt:lpstr>Weekly Meeting (10 March 2026) By Pieter Breytenbach</vt:lpstr>
      <vt:lpstr>Last Week Meeting </vt:lpstr>
      <vt:lpstr>This weeks progress</vt:lpstr>
      <vt:lpstr>This weeks planned progress</vt:lpstr>
      <vt:lpstr>Gantt Chart</vt:lpstr>
      <vt:lpstr>This is the Way</vt:lpstr>
      <vt:lpstr>Thank you Enkosi Dankie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Breytenbach, PW, Mr [26122146@sun.ac.za]</cp:lastModifiedBy>
  <cp:revision>748</cp:revision>
  <dcterms:created xsi:type="dcterms:W3CDTF">2021-09-15T08:20:16Z</dcterms:created>
  <dcterms:modified xsi:type="dcterms:W3CDTF">2026-03-10T09:30:51Z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  <property fmtid="{D5CDD505-2E9C-101B-9397-08002B2CF9AE}" pid="3" name="MediaServiceImageTags">
    <vt:lpwstr/>
  </property>
</Properties>
</file>