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464" r:id="rId5"/>
    <p:sldId id="401" r:id="rId6"/>
    <p:sldId id="465" r:id="rId7"/>
    <p:sldId id="466" r:id="rId8"/>
    <p:sldId id="467" r:id="rId9"/>
    <p:sldId id="45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61223B"/>
    <a:srgbClr val="3A3E40"/>
    <a:srgbClr val="F1EBDF"/>
    <a:srgbClr val="461B2B"/>
    <a:srgbClr val="461A2B"/>
    <a:srgbClr val="4D5356"/>
    <a:srgbClr val="E2D6C0"/>
    <a:srgbClr val="8B23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9" autoAdjust="0"/>
    <p:restoredTop sz="70322"/>
  </p:normalViewPr>
  <p:slideViewPr>
    <p:cSldViewPr snapToGrid="0" snapToObjects="1" showGuides="1">
      <p:cViewPr varScale="1">
        <p:scale>
          <a:sx n="58" d="100"/>
          <a:sy n="58" d="100"/>
        </p:scale>
        <p:origin x="2102" y="4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Engineering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EyobuNjineli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Ingenieurswese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13252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r>
              <a:rPr lang="en-US" dirty="0"/>
              <a:t>Weekly Meeting</a:t>
            </a:r>
            <a:br>
              <a:rPr lang="en-US" dirty="0"/>
            </a:br>
            <a:r>
              <a:rPr lang="en-US" dirty="0"/>
              <a:t>(24 March 2026)</a:t>
            </a:r>
            <a:br>
              <a:rPr lang="en-US" dirty="0"/>
            </a:br>
            <a:r>
              <a:rPr lang="en-US" dirty="0"/>
              <a:t>By Pieter Breytenbach</a:t>
            </a:r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Proposal Feedback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Meeting </a:t>
            </a:r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26A14A-2D94-73FD-11F2-EFF151ED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Finished Design Requirement and Component Lists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ZA" dirty="0"/>
              <a:t>Started with concept generation</a:t>
            </a:r>
            <a:br>
              <a:rPr lang="en-ZA" dirty="0"/>
            </a:br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365494-44F9-3AB5-5556-05FFC45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progress</a:t>
            </a:r>
          </a:p>
        </p:txBody>
      </p:sp>
    </p:spTree>
    <p:extLst>
      <p:ext uri="{BB962C8B-B14F-4D97-AF65-F5344CB8AC3E}">
        <p14:creationId xmlns:p14="http://schemas.microsoft.com/office/powerpoint/2010/main" val="2775439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A2A946-B8F3-4D7E-4FEE-2D1829B0A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Finish Concept generation</a:t>
            </a:r>
          </a:p>
          <a:p>
            <a:r>
              <a:rPr lang="en-ZA" dirty="0"/>
              <a:t>Finish Drawing Pack</a:t>
            </a:r>
          </a:p>
          <a:p>
            <a:endParaRPr lang="en-Z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6E98E7-EE7C-3D2F-F4FB-89CBC703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This weeks planned progress</a:t>
            </a:r>
          </a:p>
        </p:txBody>
      </p:sp>
    </p:spTree>
    <p:extLst>
      <p:ext uri="{BB962C8B-B14F-4D97-AF65-F5344CB8AC3E}">
        <p14:creationId xmlns:p14="http://schemas.microsoft.com/office/powerpoint/2010/main" val="375004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F17C4C-69AC-DE00-BA52-3AA8317FF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42" y="1134100"/>
            <a:ext cx="11490325" cy="458979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847EFFD-6656-A126-0880-4BB8468A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206562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GINEERING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EBA900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customXml/itemProps3.xml><?xml version="1.0" encoding="utf-8"?>
<ds:datastoreItem xmlns:ds="http://schemas.openxmlformats.org/officeDocument/2006/customXml" ds:itemID="{B78CF45D-B0CB-452D-8F6F-8B5D18CEA1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39941</TotalTime>
  <Words>252</Words>
  <Application>Microsoft Office PowerPoint</Application>
  <PresentationFormat>Widescreen</PresentationFormat>
  <Paragraphs>37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</vt:lpstr>
      <vt:lpstr>Arial</vt:lpstr>
      <vt:lpstr>Calibri</vt:lpstr>
      <vt:lpstr>Raleway</vt:lpstr>
      <vt:lpstr>Trebuchet MS</vt:lpstr>
      <vt:lpstr>Wingdings</vt:lpstr>
      <vt:lpstr>Office Theme</vt:lpstr>
      <vt:lpstr>Weekly Meeting (24 March 2026) By Pieter Breytenbach</vt:lpstr>
      <vt:lpstr>Last Week Meeting </vt:lpstr>
      <vt:lpstr>This weeks progress</vt:lpstr>
      <vt:lpstr>This weeks planned progress</vt:lpstr>
      <vt:lpstr>Gantt Chart</vt:lpstr>
      <vt:lpstr>Thank you Enkosi Dankie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Breytenbach, PW, Mr [26122146@sun.ac.za]</cp:lastModifiedBy>
  <cp:revision>749</cp:revision>
  <dcterms:created xsi:type="dcterms:W3CDTF">2021-09-15T08:20:16Z</dcterms:created>
  <dcterms:modified xsi:type="dcterms:W3CDTF">2026-03-23T20:39:49Z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