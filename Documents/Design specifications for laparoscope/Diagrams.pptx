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AD7AD-1B50-896C-A65D-BF57E032F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7A26E-0182-0FDA-51BE-AB8AC8D53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6E291-8629-ECD4-3465-319B5682F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CA681-839D-48CE-81E6-3CD60575C651}" type="datetimeFigureOut">
              <a:rPr lang="en-ZA" smtClean="0"/>
              <a:t>2026/05/25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1CC6C-6E93-60E1-3110-77A983A5C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D2DB9-9A44-4E46-064C-56F985BC7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666-CE58-423F-B1AD-70F033D2C7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09900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332B2-93D0-D2CB-46C2-F89E86461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F7126-6861-5A7F-9D31-3AE056F99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D5AA9-8FE5-4E18-5FD2-01C656C7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CA681-839D-48CE-81E6-3CD60575C651}" type="datetimeFigureOut">
              <a:rPr lang="en-ZA" smtClean="0"/>
              <a:t>2026/05/25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7AD0B-4340-172F-01E0-742CD16E3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D7925-BA3D-6C3A-68F0-FAE2B3CE6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666-CE58-423F-B1AD-70F033D2C7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57169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A0C6E-955D-2334-26FB-BB307A23F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DBD6F-8177-06C7-6DFF-F7F8A06C1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661C1-F8B1-E411-5CF7-A3F471D8B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CA681-839D-48CE-81E6-3CD60575C651}" type="datetimeFigureOut">
              <a:rPr lang="en-ZA" smtClean="0"/>
              <a:t>2026/05/25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9C109-F900-AD8E-60FB-8421B5C06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477BE-88F8-B465-E079-F5C404578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666-CE58-423F-B1AD-70F033D2C7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58678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7EE4-2873-21D5-934B-37448EFC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08614-197F-E1BF-52AB-6B7BDE680D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C1693-E26F-B46A-DC23-A97E4E31C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E1982-4A22-8759-3BF6-DC4F88EE7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CA681-839D-48CE-81E6-3CD60575C651}" type="datetimeFigureOut">
              <a:rPr lang="en-ZA" smtClean="0"/>
              <a:t>2026/05/25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17888-D23C-604E-59B7-55871D2D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7B8A3-376B-BD57-85FA-BE7FDD763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666-CE58-423F-B1AD-70F033D2C7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26012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8369-B0AF-5318-3D5F-616D13804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7C88C-9B1A-C28F-CF59-E12845FDA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B2A31-4074-D394-5680-363D3871E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FF051A-DDD2-7BE9-B0E5-A8D4D5BAA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6232BF-A5B1-77DA-8E2A-B2B6EAABE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C387BC-0F25-C957-BBBA-12F21C236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CA681-839D-48CE-81E6-3CD60575C651}" type="datetimeFigureOut">
              <a:rPr lang="en-ZA" smtClean="0"/>
              <a:t>2026/05/25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6F8CED-65C6-FC07-0DC0-F709C066C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BDB243-DE49-5C06-D9A0-90CDDA073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666-CE58-423F-B1AD-70F033D2C7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3335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1E6F4-DAE5-F18F-4A1B-D9E8BE24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9BC995-5554-FCE5-58CA-A874F4CE7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CA681-839D-48CE-81E6-3CD60575C651}" type="datetimeFigureOut">
              <a:rPr lang="en-ZA" smtClean="0"/>
              <a:t>2026/05/25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00AC2-CE33-93B0-0997-B0A7DEAA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D43C04-0753-3A78-7222-EEE47ECA5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666-CE58-423F-B1AD-70F033D2C7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2412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A91EAD-CD85-1A1B-48B8-3837F995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CA681-839D-48CE-81E6-3CD60575C651}" type="datetimeFigureOut">
              <a:rPr lang="en-ZA" smtClean="0"/>
              <a:t>2026/05/25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E688F-149C-093A-6A36-88326575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2096B-9BBC-7AE5-8D06-C1A690EE2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666-CE58-423F-B1AD-70F033D2C7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2084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3F0C1-CCDE-E322-5CFD-29D3E2FB3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69A7E-E1A5-D50F-8F17-A8FF1AD5D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2BA31-E57B-706B-2F97-F79873B98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1F849-C8C5-5857-3121-703F95BFE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CA681-839D-48CE-81E6-3CD60575C651}" type="datetimeFigureOut">
              <a:rPr lang="en-ZA" smtClean="0"/>
              <a:t>2026/05/25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934B6-D1F5-991A-DE57-AB365BF59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7F952-3920-7BC5-B1AC-088DB609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666-CE58-423F-B1AD-70F033D2C7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9143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65F6E-8C58-E685-0C21-FC91C3CCB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637C8E-1676-232B-4AC0-A950C13570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6C05D-AF22-DF26-8FC4-E1F13723F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DFEFA-0F26-FE76-8AAF-EC1B0A5EF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CA681-839D-48CE-81E6-3CD60575C651}" type="datetimeFigureOut">
              <a:rPr lang="en-ZA" smtClean="0"/>
              <a:t>2026/05/25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F3D78-4E5F-A1BB-187D-CFD420F1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EA0F0-C4FD-4086-882F-1EDE74C69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666-CE58-423F-B1AD-70F033D2C7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2591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7DA13-AFAC-49BB-84FA-A6A882BBE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347BC-5902-D094-3128-5466DD98E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9D343-6D58-9110-BC4C-2826ACBB0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CA681-839D-48CE-81E6-3CD60575C651}" type="datetimeFigureOut">
              <a:rPr lang="en-ZA" smtClean="0"/>
              <a:t>2026/05/25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A25FB-BDF5-A9B3-9D2F-F1EA19000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94CA8-B25F-9E17-D8CF-14373B663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666-CE58-423F-B1AD-70F033D2C7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1514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422A86-4A05-047F-5E9C-05FD3EDBE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80B58-D869-9B3A-9FBD-EE1E9C561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0500E-3FDE-D494-7E9F-AAD0EF883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CA681-839D-48CE-81E6-3CD60575C651}" type="datetimeFigureOut">
              <a:rPr lang="en-ZA" smtClean="0"/>
              <a:t>2026/05/25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F225F-7C24-A4FA-66AF-726FC32B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38000-BC3A-18D8-B0EB-03FC3CCCA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666-CE58-423F-B1AD-70F033D2C7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06832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AE3AE1-AD23-BFB9-1DD0-B2D0BCBFF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FA6DC-F79D-830D-BF9E-837918AC8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B5341-45B4-5BE3-434D-4D6452148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BCA681-839D-48CE-81E6-3CD60575C651}" type="datetimeFigureOut">
              <a:rPr lang="en-ZA" smtClean="0"/>
              <a:t>2026/05/25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2691E-4FC9-9E96-CD44-A8F295BA4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729FB-5EC1-97D6-B7CE-02CAC977E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39666-CE58-423F-B1AD-70F033D2C7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035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933D5A-C0F7-EF96-3A40-821D79608A01}"/>
              </a:ext>
            </a:extLst>
          </p:cNvPr>
          <p:cNvSpPr/>
          <p:nvPr/>
        </p:nvSpPr>
        <p:spPr>
          <a:xfrm>
            <a:off x="1573161" y="648928"/>
            <a:ext cx="7757652" cy="4699819"/>
          </a:xfrm>
          <a:prstGeom prst="rect">
            <a:avLst/>
          </a:prstGeom>
          <a:ln w="28575"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4080CC-4D86-E7FC-30C6-61C187056345}"/>
              </a:ext>
            </a:extLst>
          </p:cNvPr>
          <p:cNvSpPr txBox="1"/>
          <p:nvPr/>
        </p:nvSpPr>
        <p:spPr>
          <a:xfrm>
            <a:off x="1573161" y="652149"/>
            <a:ext cx="1504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600" b="1" dirty="0"/>
              <a:t>Environment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7991B9-17BF-EF3A-5049-533A8C3F6E8C}"/>
              </a:ext>
            </a:extLst>
          </p:cNvPr>
          <p:cNvSpPr/>
          <p:nvPr/>
        </p:nvSpPr>
        <p:spPr>
          <a:xfrm>
            <a:off x="1720646" y="1974588"/>
            <a:ext cx="7413522" cy="3018504"/>
          </a:xfrm>
          <a:prstGeom prst="rect">
            <a:avLst/>
          </a:prstGeom>
          <a:ln w="28575"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DB37F-1246-579E-FC31-364305017EF9}"/>
              </a:ext>
            </a:extLst>
          </p:cNvPr>
          <p:cNvSpPr txBox="1"/>
          <p:nvPr/>
        </p:nvSpPr>
        <p:spPr>
          <a:xfrm>
            <a:off x="1877960" y="1974588"/>
            <a:ext cx="26596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600" b="1" dirty="0"/>
              <a:t>Wider System of Interest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8C6EBB-ABE8-F444-E109-D5F2684D1FAA}"/>
              </a:ext>
            </a:extLst>
          </p:cNvPr>
          <p:cNvSpPr/>
          <p:nvPr/>
        </p:nvSpPr>
        <p:spPr>
          <a:xfrm>
            <a:off x="1814049" y="2399926"/>
            <a:ext cx="1482517" cy="47524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600" b="1" dirty="0"/>
              <a:t>Laparoscope standards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BD7283-4B5F-FB9F-9C83-2838782DF085}"/>
              </a:ext>
            </a:extLst>
          </p:cNvPr>
          <p:cNvSpPr/>
          <p:nvPr/>
        </p:nvSpPr>
        <p:spPr>
          <a:xfrm>
            <a:off x="3977640" y="834135"/>
            <a:ext cx="2898648" cy="58502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600" b="1" dirty="0"/>
              <a:t>External Environmental Conditions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536B22-C563-7A9B-A862-66628055BC09}"/>
              </a:ext>
            </a:extLst>
          </p:cNvPr>
          <p:cNvSpPr/>
          <p:nvPr/>
        </p:nvSpPr>
        <p:spPr>
          <a:xfrm>
            <a:off x="1814050" y="4056569"/>
            <a:ext cx="1482516" cy="440503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600" b="1" dirty="0"/>
              <a:t>Power Storage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1F467D-B213-5297-3138-C8B3ECE4C30F}"/>
              </a:ext>
            </a:extLst>
          </p:cNvPr>
          <p:cNvSpPr/>
          <p:nvPr/>
        </p:nvSpPr>
        <p:spPr>
          <a:xfrm>
            <a:off x="6757219" y="2336347"/>
            <a:ext cx="2163097" cy="22265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600" b="1" dirty="0">
                <a:solidFill>
                  <a:schemeClr val="tx1"/>
                </a:solidFill>
              </a:rPr>
              <a:t>Narrower System of Interest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9831FE-F7DF-9732-8F02-EA9426A312A6}"/>
              </a:ext>
            </a:extLst>
          </p:cNvPr>
          <p:cNvSpPr/>
          <p:nvPr/>
        </p:nvSpPr>
        <p:spPr>
          <a:xfrm>
            <a:off x="1809134" y="3416709"/>
            <a:ext cx="1487433" cy="516193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600" b="1" dirty="0"/>
              <a:t>Stellenbosch University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2C0A04-6E5F-539D-FE41-45C67EC0BBEB}"/>
              </a:ext>
            </a:extLst>
          </p:cNvPr>
          <p:cNvSpPr/>
          <p:nvPr/>
        </p:nvSpPr>
        <p:spPr>
          <a:xfrm>
            <a:off x="1814050" y="2998837"/>
            <a:ext cx="1482516" cy="304801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600" b="1" dirty="0"/>
              <a:t>End-user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B964C8-E3EB-8343-F9AF-9135F973E08B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296566" y="2637548"/>
            <a:ext cx="3460652" cy="11161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B2D5CCD-2D1D-EC17-CEEB-AFCA27834086}"/>
              </a:ext>
            </a:extLst>
          </p:cNvPr>
          <p:cNvSpPr txBox="1"/>
          <p:nvPr/>
        </p:nvSpPr>
        <p:spPr>
          <a:xfrm>
            <a:off x="3178336" y="2271699"/>
            <a:ext cx="36083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DIP_01, DIP_05, DIP_07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BFF664C-848E-74D2-4287-D9012745C9CE}"/>
              </a:ext>
            </a:extLst>
          </p:cNvPr>
          <p:cNvCxnSpPr>
            <a:cxnSpLocks/>
          </p:cNvCxnSpPr>
          <p:nvPr/>
        </p:nvCxnSpPr>
        <p:spPr>
          <a:xfrm flipH="1" flipV="1">
            <a:off x="3296566" y="3151237"/>
            <a:ext cx="3460653" cy="1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1AB459-5BFD-5359-795A-B1C488041961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296566" y="4276821"/>
            <a:ext cx="3460653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EA78639-25F4-5500-81CB-BD9AD18402A0}"/>
              </a:ext>
            </a:extLst>
          </p:cNvPr>
          <p:cNvSpPr txBox="1"/>
          <p:nvPr/>
        </p:nvSpPr>
        <p:spPr>
          <a:xfrm>
            <a:off x="4230450" y="2812683"/>
            <a:ext cx="36083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DIP_08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2E0FC8-1FDC-3525-F11F-2E6B1644B77E}"/>
              </a:ext>
            </a:extLst>
          </p:cNvPr>
          <p:cNvSpPr txBox="1"/>
          <p:nvPr/>
        </p:nvSpPr>
        <p:spPr>
          <a:xfrm>
            <a:off x="4314307" y="3949580"/>
            <a:ext cx="36083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600" b="1" dirty="0">
                <a:solidFill>
                  <a:srgbClr val="FF0000"/>
                </a:solidFill>
              </a:rPr>
              <a:t>DIP__02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0FA9BA5-EC6F-06EB-9B47-52C3C4DDCAA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3296567" y="3674806"/>
            <a:ext cx="3438408" cy="8317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8460DE7-C575-E8EB-054D-DA27CCC192D8}"/>
              </a:ext>
            </a:extLst>
          </p:cNvPr>
          <p:cNvSpPr txBox="1"/>
          <p:nvPr/>
        </p:nvSpPr>
        <p:spPr>
          <a:xfrm>
            <a:off x="4291841" y="3378454"/>
            <a:ext cx="36083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DIP_04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C2A82C-EF6B-81C6-BADC-8837BAA97459}"/>
              </a:ext>
            </a:extLst>
          </p:cNvPr>
          <p:cNvSpPr txBox="1"/>
          <p:nvPr/>
        </p:nvSpPr>
        <p:spPr>
          <a:xfrm>
            <a:off x="5427406" y="1419155"/>
            <a:ext cx="1115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DIP_03, DIP_06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3716B83-4281-D9C2-383A-5ABFAC6C1AC8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>
            <a:off x="5426964" y="1419155"/>
            <a:ext cx="443" cy="555433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25173124-4EC0-D127-F476-1BBE388F2BEC}"/>
              </a:ext>
            </a:extLst>
          </p:cNvPr>
          <p:cNvSpPr/>
          <p:nvPr/>
        </p:nvSpPr>
        <p:spPr>
          <a:xfrm>
            <a:off x="9768348" y="1126644"/>
            <a:ext cx="1935972" cy="1273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600" b="1" dirty="0"/>
              <a:t>Legend</a:t>
            </a:r>
          </a:p>
          <a:p>
            <a:pPr algn="ctr"/>
            <a:endParaRPr lang="en-ZA" sz="1600" b="1" dirty="0"/>
          </a:p>
          <a:p>
            <a:r>
              <a:rPr lang="en-ZA" sz="1600" b="1" dirty="0"/>
              <a:t>Material</a:t>
            </a:r>
          </a:p>
          <a:p>
            <a:r>
              <a:rPr lang="en-ZA" sz="1600" b="1" dirty="0"/>
              <a:t>Information</a:t>
            </a:r>
          </a:p>
          <a:p>
            <a:r>
              <a:rPr lang="en-ZA" sz="1600" b="1" dirty="0"/>
              <a:t>Energy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BC42DF1-7F24-C7FD-5751-6F34AAA242DB}"/>
              </a:ext>
            </a:extLst>
          </p:cNvPr>
          <p:cNvCxnSpPr>
            <a:cxnSpLocks/>
          </p:cNvCxnSpPr>
          <p:nvPr/>
        </p:nvCxnSpPr>
        <p:spPr>
          <a:xfrm>
            <a:off x="11113008" y="1760879"/>
            <a:ext cx="554736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1B62591-B241-580F-58A9-05BFBE1A3549}"/>
              </a:ext>
            </a:extLst>
          </p:cNvPr>
          <p:cNvCxnSpPr>
            <a:cxnSpLocks/>
          </p:cNvCxnSpPr>
          <p:nvPr/>
        </p:nvCxnSpPr>
        <p:spPr>
          <a:xfrm>
            <a:off x="11113008" y="2018796"/>
            <a:ext cx="554736" cy="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9BCBD2A-34C4-E5E8-7D37-A5CF3E7321BC}"/>
              </a:ext>
            </a:extLst>
          </p:cNvPr>
          <p:cNvCxnSpPr>
            <a:cxnSpLocks/>
          </p:cNvCxnSpPr>
          <p:nvPr/>
        </p:nvCxnSpPr>
        <p:spPr>
          <a:xfrm>
            <a:off x="11113008" y="2262997"/>
            <a:ext cx="554736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359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388A9DF-9557-6392-FC97-798370583298}"/>
              </a:ext>
            </a:extLst>
          </p:cNvPr>
          <p:cNvSpPr/>
          <p:nvPr/>
        </p:nvSpPr>
        <p:spPr>
          <a:xfrm>
            <a:off x="10256028" y="408891"/>
            <a:ext cx="1935972" cy="11249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200" b="1" dirty="0"/>
              <a:t>Legend</a:t>
            </a:r>
          </a:p>
          <a:p>
            <a:pPr algn="ctr"/>
            <a:endParaRPr lang="en-ZA" sz="1200" b="1" dirty="0"/>
          </a:p>
          <a:p>
            <a:r>
              <a:rPr lang="en-ZA" sz="1200" b="1" dirty="0"/>
              <a:t>Material</a:t>
            </a:r>
          </a:p>
          <a:p>
            <a:r>
              <a:rPr lang="en-ZA" sz="1200" b="1" dirty="0"/>
              <a:t>Information</a:t>
            </a:r>
          </a:p>
          <a:p>
            <a:r>
              <a:rPr lang="en-ZA" sz="1200" b="1" dirty="0"/>
              <a:t>Energy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FA98AC9-70D0-ECC4-FBCA-9C3B94F85023}"/>
              </a:ext>
            </a:extLst>
          </p:cNvPr>
          <p:cNvCxnSpPr>
            <a:cxnSpLocks/>
          </p:cNvCxnSpPr>
          <p:nvPr/>
        </p:nvCxnSpPr>
        <p:spPr>
          <a:xfrm>
            <a:off x="11381232" y="979118"/>
            <a:ext cx="554736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1E0443-21CC-E3F5-7D73-D82F152F1511}"/>
              </a:ext>
            </a:extLst>
          </p:cNvPr>
          <p:cNvCxnSpPr>
            <a:cxnSpLocks/>
          </p:cNvCxnSpPr>
          <p:nvPr/>
        </p:nvCxnSpPr>
        <p:spPr>
          <a:xfrm>
            <a:off x="11381232" y="1153861"/>
            <a:ext cx="554736" cy="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03BD5D-47E5-6CF5-7657-DA08A8D081F5}"/>
              </a:ext>
            </a:extLst>
          </p:cNvPr>
          <p:cNvCxnSpPr>
            <a:cxnSpLocks/>
          </p:cNvCxnSpPr>
          <p:nvPr/>
        </p:nvCxnSpPr>
        <p:spPr>
          <a:xfrm>
            <a:off x="11381232" y="1340089"/>
            <a:ext cx="554736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1437D0E-DF5C-CE94-E45F-84190BFA2F80}"/>
              </a:ext>
            </a:extLst>
          </p:cNvPr>
          <p:cNvSpPr/>
          <p:nvPr/>
        </p:nvSpPr>
        <p:spPr>
          <a:xfrm>
            <a:off x="487680" y="408891"/>
            <a:ext cx="9691842" cy="5948516"/>
          </a:xfrm>
          <a:prstGeom prst="rect">
            <a:avLst/>
          </a:prstGeom>
          <a:ln w="28575"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96C246-F975-58C5-366A-39C3114FDDFB}"/>
              </a:ext>
            </a:extLst>
          </p:cNvPr>
          <p:cNvSpPr/>
          <p:nvPr/>
        </p:nvSpPr>
        <p:spPr>
          <a:xfrm>
            <a:off x="7258130" y="3429000"/>
            <a:ext cx="1548580" cy="58502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200" b="1" dirty="0"/>
              <a:t>Operate camera module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0CDEBA-74B1-A644-A30B-2066B12D0FDF}"/>
              </a:ext>
            </a:extLst>
          </p:cNvPr>
          <p:cNvSpPr/>
          <p:nvPr/>
        </p:nvSpPr>
        <p:spPr>
          <a:xfrm>
            <a:off x="1232936" y="4584647"/>
            <a:ext cx="1548578" cy="58502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200" b="1" dirty="0"/>
              <a:t>Power supply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B3063C-173B-DC2A-71B2-1C0491D75F7F}"/>
              </a:ext>
            </a:extLst>
          </p:cNvPr>
          <p:cNvSpPr/>
          <p:nvPr/>
        </p:nvSpPr>
        <p:spPr>
          <a:xfrm>
            <a:off x="7276733" y="2121120"/>
            <a:ext cx="1548579" cy="58502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200" b="1" dirty="0"/>
              <a:t>Display real-time images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62F37D-BA5F-9CF6-7CEC-7DAFC802A66A}"/>
              </a:ext>
            </a:extLst>
          </p:cNvPr>
          <p:cNvSpPr/>
          <p:nvPr/>
        </p:nvSpPr>
        <p:spPr>
          <a:xfrm>
            <a:off x="7258131" y="853432"/>
            <a:ext cx="1548579" cy="58502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200" b="1" dirty="0"/>
              <a:t>Store system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FA3110-72C1-A906-E31C-372474C297CD}"/>
              </a:ext>
            </a:extLst>
          </p:cNvPr>
          <p:cNvSpPr/>
          <p:nvPr/>
        </p:nvSpPr>
        <p:spPr>
          <a:xfrm>
            <a:off x="1520358" y="2152611"/>
            <a:ext cx="1268361" cy="58502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200" b="1" dirty="0"/>
              <a:t>User Interface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D3C57F-D223-793C-982E-73FD170FEC99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36746" y="4877157"/>
            <a:ext cx="896190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373CFBC-71B8-AF31-19DB-252B06EAB410}"/>
              </a:ext>
            </a:extLst>
          </p:cNvPr>
          <p:cNvSpPr txBox="1"/>
          <p:nvPr/>
        </p:nvSpPr>
        <p:spPr>
          <a:xfrm>
            <a:off x="5333601" y="5941909"/>
            <a:ext cx="1354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Electrical energy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62E7519-E975-ECA2-A0C9-65039078ECDF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1910" y="2445121"/>
            <a:ext cx="1488448" cy="0"/>
          </a:xfrm>
          <a:prstGeom prst="line">
            <a:avLst/>
          </a:prstGeom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1A69D3A-5E60-FEC3-66C2-D846E367BD0F}"/>
              </a:ext>
            </a:extLst>
          </p:cNvPr>
          <p:cNvSpPr txBox="1"/>
          <p:nvPr/>
        </p:nvSpPr>
        <p:spPr>
          <a:xfrm>
            <a:off x="572933" y="2152514"/>
            <a:ext cx="9103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User input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AECCCF-DCF4-047C-265D-3D46BC5EF92A}"/>
              </a:ext>
            </a:extLst>
          </p:cNvPr>
          <p:cNvSpPr/>
          <p:nvPr/>
        </p:nvSpPr>
        <p:spPr>
          <a:xfrm>
            <a:off x="3404591" y="2152514"/>
            <a:ext cx="1548579" cy="58502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200" b="1" dirty="0"/>
              <a:t>System processor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E17069-81A9-C1AB-044E-45074F8DE5FE}"/>
              </a:ext>
            </a:extLst>
          </p:cNvPr>
          <p:cNvCxnSpPr>
            <a:cxnSpLocks/>
            <a:stCxn id="12" idx="3"/>
            <a:endCxn id="22" idx="1"/>
          </p:cNvCxnSpPr>
          <p:nvPr/>
        </p:nvCxnSpPr>
        <p:spPr>
          <a:xfrm flipV="1">
            <a:off x="2788719" y="2445024"/>
            <a:ext cx="615872" cy="97"/>
          </a:xfrm>
          <a:prstGeom prst="line">
            <a:avLst/>
          </a:prstGeom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CEAFE78-652A-9B18-95E2-03D9AC56EF84}"/>
              </a:ext>
            </a:extLst>
          </p:cNvPr>
          <p:cNvSpPr txBox="1"/>
          <p:nvPr/>
        </p:nvSpPr>
        <p:spPr>
          <a:xfrm>
            <a:off x="2788717" y="2168025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Signal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EDEB3D-9F6A-72B1-0553-E3109BFE2669}"/>
              </a:ext>
            </a:extLst>
          </p:cNvPr>
          <p:cNvSpPr/>
          <p:nvPr/>
        </p:nvSpPr>
        <p:spPr>
          <a:xfrm>
            <a:off x="5516979" y="2049024"/>
            <a:ext cx="791605" cy="792000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200" b="1" dirty="0"/>
              <a:t>AND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204D12-E096-416E-3A06-45FE6D326FD6}"/>
              </a:ext>
            </a:extLst>
          </p:cNvPr>
          <p:cNvSpPr txBox="1"/>
          <p:nvPr/>
        </p:nvSpPr>
        <p:spPr>
          <a:xfrm>
            <a:off x="8825312" y="2136631"/>
            <a:ext cx="14056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Real-time display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8F6E2AD-1193-83DB-AF1C-55D91DCF97EE}"/>
              </a:ext>
            </a:extLst>
          </p:cNvPr>
          <p:cNvCxnSpPr>
            <a:cxnSpLocks/>
          </p:cNvCxnSpPr>
          <p:nvPr/>
        </p:nvCxnSpPr>
        <p:spPr>
          <a:xfrm>
            <a:off x="7851988" y="210469"/>
            <a:ext cx="0" cy="64118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C9E07EA-9132-E323-7C52-97EE2C97E6D6}"/>
              </a:ext>
            </a:extLst>
          </p:cNvPr>
          <p:cNvSpPr txBox="1"/>
          <p:nvPr/>
        </p:nvSpPr>
        <p:spPr>
          <a:xfrm>
            <a:off x="6333025" y="437046"/>
            <a:ext cx="1498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Digital storage unit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50FB52B-C296-5A59-901A-957FC9428CEE}"/>
              </a:ext>
            </a:extLst>
          </p:cNvPr>
          <p:cNvCxnSpPr>
            <a:cxnSpLocks/>
          </p:cNvCxnSpPr>
          <p:nvPr/>
        </p:nvCxnSpPr>
        <p:spPr>
          <a:xfrm flipV="1">
            <a:off x="8373163" y="212244"/>
            <a:ext cx="0" cy="64118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08B099E-601C-9F08-8820-F2C59A0C915C}"/>
              </a:ext>
            </a:extLst>
          </p:cNvPr>
          <p:cNvSpPr txBox="1"/>
          <p:nvPr/>
        </p:nvSpPr>
        <p:spPr>
          <a:xfrm>
            <a:off x="8373163" y="498823"/>
            <a:ext cx="1498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Digital storage unit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2D9B19B-E165-AA4F-8B0F-DF4C39723E40}"/>
              </a:ext>
            </a:extLst>
          </p:cNvPr>
          <p:cNvCxnSpPr>
            <a:cxnSpLocks/>
            <a:stCxn id="22" idx="3"/>
            <a:endCxn id="29" idx="2"/>
          </p:cNvCxnSpPr>
          <p:nvPr/>
        </p:nvCxnSpPr>
        <p:spPr>
          <a:xfrm>
            <a:off x="4953170" y="2445024"/>
            <a:ext cx="563809" cy="0"/>
          </a:xfrm>
          <a:prstGeom prst="line">
            <a:avLst/>
          </a:prstGeom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53489CC-AD5D-E968-2C13-81A942B204B0}"/>
              </a:ext>
            </a:extLst>
          </p:cNvPr>
          <p:cNvSpPr txBox="1"/>
          <p:nvPr/>
        </p:nvSpPr>
        <p:spPr>
          <a:xfrm>
            <a:off x="4949366" y="2168025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Signal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500C312-0810-1641-6B50-B0B8B487D4F6}"/>
              </a:ext>
            </a:extLst>
          </p:cNvPr>
          <p:cNvCxnSpPr>
            <a:cxnSpLocks/>
          </p:cNvCxnSpPr>
          <p:nvPr/>
        </p:nvCxnSpPr>
        <p:spPr>
          <a:xfrm flipV="1">
            <a:off x="4591665" y="2737534"/>
            <a:ext cx="0" cy="1441176"/>
          </a:xfrm>
          <a:prstGeom prst="line">
            <a:avLst/>
          </a:prstGeom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30E3774-CCD6-2A9E-51BC-4818ADF39ADA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8825312" y="2403749"/>
            <a:ext cx="1694143" cy="9881"/>
          </a:xfrm>
          <a:prstGeom prst="line">
            <a:avLst/>
          </a:prstGeom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7F559A6-E1FE-34EB-FC1D-A6AF7C510058}"/>
              </a:ext>
            </a:extLst>
          </p:cNvPr>
          <p:cNvCxnSpPr>
            <a:cxnSpLocks/>
            <a:stCxn id="9" idx="3"/>
            <a:endCxn id="65" idx="2"/>
          </p:cNvCxnSpPr>
          <p:nvPr/>
        </p:nvCxnSpPr>
        <p:spPr>
          <a:xfrm>
            <a:off x="2781514" y="4877157"/>
            <a:ext cx="90725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B10FA604-9B43-9230-11C4-B21236876355}"/>
              </a:ext>
            </a:extLst>
          </p:cNvPr>
          <p:cNvSpPr/>
          <p:nvPr/>
        </p:nvSpPr>
        <p:spPr>
          <a:xfrm>
            <a:off x="3688772" y="4481157"/>
            <a:ext cx="791605" cy="792000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200" b="1" dirty="0"/>
              <a:t>AND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901F84-EF71-699E-0794-9E8098D48C4E}"/>
              </a:ext>
            </a:extLst>
          </p:cNvPr>
          <p:cNvSpPr txBox="1"/>
          <p:nvPr/>
        </p:nvSpPr>
        <p:spPr>
          <a:xfrm>
            <a:off x="2781514" y="4382660"/>
            <a:ext cx="994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b="1" dirty="0"/>
              <a:t>Electrical energy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AA12F04-168A-98DD-ABFD-E49759618839}"/>
              </a:ext>
            </a:extLst>
          </p:cNvPr>
          <p:cNvSpPr txBox="1"/>
          <p:nvPr/>
        </p:nvSpPr>
        <p:spPr>
          <a:xfrm>
            <a:off x="455857" y="4338709"/>
            <a:ext cx="994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b="1" dirty="0"/>
              <a:t>Electrical energy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AE8291C-6CC9-2B92-EA06-EBF3405DAFB6}"/>
              </a:ext>
            </a:extLst>
          </p:cNvPr>
          <p:cNvCxnSpPr>
            <a:cxnSpLocks/>
            <a:stCxn id="29" idx="6"/>
          </p:cNvCxnSpPr>
          <p:nvPr/>
        </p:nvCxnSpPr>
        <p:spPr>
          <a:xfrm>
            <a:off x="6308584" y="2445024"/>
            <a:ext cx="294777" cy="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F8042D7-E5FD-C051-C08D-DC29742E9D85}"/>
              </a:ext>
            </a:extLst>
          </p:cNvPr>
          <p:cNvCxnSpPr>
            <a:cxnSpLocks/>
          </p:cNvCxnSpPr>
          <p:nvPr/>
        </p:nvCxnSpPr>
        <p:spPr>
          <a:xfrm>
            <a:off x="6603361" y="1153861"/>
            <a:ext cx="0" cy="1291163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8C55EBB-8DDE-A9AE-9A16-7F175A95F6D5}"/>
              </a:ext>
            </a:extLst>
          </p:cNvPr>
          <p:cNvCxnSpPr>
            <a:cxnSpLocks/>
          </p:cNvCxnSpPr>
          <p:nvPr/>
        </p:nvCxnSpPr>
        <p:spPr>
          <a:xfrm>
            <a:off x="6603361" y="2445024"/>
            <a:ext cx="31823" cy="1276486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1663845-F00B-5093-47DF-6C935772DF03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603361" y="3721510"/>
            <a:ext cx="654769" cy="0"/>
          </a:xfrm>
          <a:prstGeom prst="line">
            <a:avLst/>
          </a:prstGeom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26280E1-90B1-672D-27AB-68683E9B1B9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635185" y="1145942"/>
            <a:ext cx="622946" cy="0"/>
          </a:xfrm>
          <a:prstGeom prst="line">
            <a:avLst/>
          </a:prstGeom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894255E-6838-7AC6-1869-2DC3206837DD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6635184" y="2403749"/>
            <a:ext cx="641549" cy="9881"/>
          </a:xfrm>
          <a:prstGeom prst="line">
            <a:avLst/>
          </a:prstGeom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16B5FDE-92E7-681A-E03E-543F96090009}"/>
              </a:ext>
            </a:extLst>
          </p:cNvPr>
          <p:cNvCxnSpPr>
            <a:cxnSpLocks/>
          </p:cNvCxnSpPr>
          <p:nvPr/>
        </p:nvCxnSpPr>
        <p:spPr>
          <a:xfrm>
            <a:off x="4623489" y="4178710"/>
            <a:ext cx="3408931" cy="7612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306A4234-86F7-FFBB-BD81-88BF4C1A33E2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032420" y="4014020"/>
            <a:ext cx="0" cy="172302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30887C3D-E058-FDF5-DA83-948CE6C0FA6B}"/>
              </a:ext>
            </a:extLst>
          </p:cNvPr>
          <p:cNvSpPr txBox="1"/>
          <p:nvPr/>
        </p:nvSpPr>
        <p:spPr>
          <a:xfrm>
            <a:off x="5333601" y="3923612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Signal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A2A50D3-B244-5CFD-8327-A6159A1E76AA}"/>
              </a:ext>
            </a:extLst>
          </p:cNvPr>
          <p:cNvSpPr txBox="1"/>
          <p:nvPr/>
        </p:nvSpPr>
        <p:spPr>
          <a:xfrm>
            <a:off x="6622024" y="3394437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Signal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94E1410-14DD-6B66-4DF4-AD1DB52B10F0}"/>
              </a:ext>
            </a:extLst>
          </p:cNvPr>
          <p:cNvSpPr txBox="1"/>
          <p:nvPr/>
        </p:nvSpPr>
        <p:spPr>
          <a:xfrm>
            <a:off x="6609428" y="2086617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Signal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D842E8C-3310-165B-6B95-B8AC81080DDE}"/>
              </a:ext>
            </a:extLst>
          </p:cNvPr>
          <p:cNvSpPr txBox="1"/>
          <p:nvPr/>
        </p:nvSpPr>
        <p:spPr>
          <a:xfrm>
            <a:off x="6590826" y="862573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Signal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375344A-6D25-FF29-5AD0-7A4F2138DD95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4178881" y="2737534"/>
            <a:ext cx="0" cy="1645126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CB79501E-0720-A272-46A9-EED68325FD23}"/>
              </a:ext>
            </a:extLst>
          </p:cNvPr>
          <p:cNvSpPr txBox="1"/>
          <p:nvPr/>
        </p:nvSpPr>
        <p:spPr>
          <a:xfrm>
            <a:off x="4527479" y="4424662"/>
            <a:ext cx="994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b="1" dirty="0"/>
              <a:t>Electrical energy</a:t>
            </a: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B27C029F-E60A-EB6F-39D7-6671A9CCA0B5}"/>
              </a:ext>
            </a:extLst>
          </p:cNvPr>
          <p:cNvCxnSpPr>
            <a:cxnSpLocks/>
            <a:stCxn id="65" idx="6"/>
          </p:cNvCxnSpPr>
          <p:nvPr/>
        </p:nvCxnSpPr>
        <p:spPr>
          <a:xfrm>
            <a:off x="4480377" y="4877157"/>
            <a:ext cx="1342390" cy="917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B2C54607-48FC-9466-3C54-9F6806764EBD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8806710" y="3721510"/>
            <a:ext cx="315665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50ECDCB-A27A-446D-0741-C56BE654AD84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8051023" y="2706140"/>
            <a:ext cx="0" cy="358935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F0FF8438-2466-9722-1CE4-07D6A6C1F445}"/>
              </a:ext>
            </a:extLst>
          </p:cNvPr>
          <p:cNvCxnSpPr>
            <a:cxnSpLocks/>
          </p:cNvCxnSpPr>
          <p:nvPr/>
        </p:nvCxnSpPr>
        <p:spPr>
          <a:xfrm>
            <a:off x="4178880" y="4365301"/>
            <a:ext cx="161232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055FCBD7-431C-74B4-AC99-C02C20B67755}"/>
              </a:ext>
            </a:extLst>
          </p:cNvPr>
          <p:cNvCxnSpPr>
            <a:cxnSpLocks/>
          </p:cNvCxnSpPr>
          <p:nvPr/>
        </p:nvCxnSpPr>
        <p:spPr>
          <a:xfrm flipV="1">
            <a:off x="5791200" y="4382660"/>
            <a:ext cx="0" cy="503667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AA59F814-A857-5FE8-4BC0-8B35C640E6BC}"/>
              </a:ext>
            </a:extLst>
          </p:cNvPr>
          <p:cNvCxnSpPr>
            <a:cxnSpLocks/>
          </p:cNvCxnSpPr>
          <p:nvPr/>
        </p:nvCxnSpPr>
        <p:spPr>
          <a:xfrm>
            <a:off x="5791200" y="4886327"/>
            <a:ext cx="0" cy="419733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82A47B15-3D91-47BD-5EDB-030F42623657}"/>
              </a:ext>
            </a:extLst>
          </p:cNvPr>
          <p:cNvCxnSpPr>
            <a:cxnSpLocks/>
          </p:cNvCxnSpPr>
          <p:nvPr/>
        </p:nvCxnSpPr>
        <p:spPr>
          <a:xfrm>
            <a:off x="5791200" y="4886327"/>
            <a:ext cx="3331175" cy="17358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F168510-E38D-6913-99B5-95BA92FDA606}"/>
              </a:ext>
            </a:extLst>
          </p:cNvPr>
          <p:cNvCxnSpPr>
            <a:cxnSpLocks/>
          </p:cNvCxnSpPr>
          <p:nvPr/>
        </p:nvCxnSpPr>
        <p:spPr>
          <a:xfrm flipV="1">
            <a:off x="9122375" y="3721510"/>
            <a:ext cx="0" cy="1191345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661108DC-4A38-54CE-BF1E-BE25D33FA077}"/>
              </a:ext>
            </a:extLst>
          </p:cNvPr>
          <p:cNvCxnSpPr>
            <a:cxnSpLocks/>
          </p:cNvCxnSpPr>
          <p:nvPr/>
        </p:nvCxnSpPr>
        <p:spPr>
          <a:xfrm>
            <a:off x="8032420" y="3065075"/>
            <a:ext cx="1495712" cy="4527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D15306B0-466B-43E0-0DDF-7534F0D3143E}"/>
              </a:ext>
            </a:extLst>
          </p:cNvPr>
          <p:cNvCxnSpPr>
            <a:cxnSpLocks/>
          </p:cNvCxnSpPr>
          <p:nvPr/>
        </p:nvCxnSpPr>
        <p:spPr>
          <a:xfrm>
            <a:off x="9528132" y="3065075"/>
            <a:ext cx="0" cy="2240985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494AD46-CAC4-1D0A-4241-207DB4980566}"/>
              </a:ext>
            </a:extLst>
          </p:cNvPr>
          <p:cNvCxnSpPr>
            <a:cxnSpLocks/>
          </p:cNvCxnSpPr>
          <p:nvPr/>
        </p:nvCxnSpPr>
        <p:spPr>
          <a:xfrm>
            <a:off x="5791200" y="5306060"/>
            <a:ext cx="3768498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DBE591C3-E06F-1769-4600-96CB606E4845}"/>
              </a:ext>
            </a:extLst>
          </p:cNvPr>
          <p:cNvSpPr txBox="1"/>
          <p:nvPr/>
        </p:nvSpPr>
        <p:spPr>
          <a:xfrm>
            <a:off x="1485950" y="1891026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1.0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95FE0BD-9752-63BF-8C6E-351B28449B1F}"/>
              </a:ext>
            </a:extLst>
          </p:cNvPr>
          <p:cNvSpPr txBox="1"/>
          <p:nvPr/>
        </p:nvSpPr>
        <p:spPr>
          <a:xfrm>
            <a:off x="3372769" y="1914804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2.0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11E641F-A570-3F26-919F-5164F1844E98}"/>
              </a:ext>
            </a:extLst>
          </p:cNvPr>
          <p:cNvSpPr txBox="1"/>
          <p:nvPr/>
        </p:nvSpPr>
        <p:spPr>
          <a:xfrm>
            <a:off x="1232935" y="4354219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3.0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45677F6-6C93-08EA-E7C5-B1C16C4BAF1B}"/>
              </a:ext>
            </a:extLst>
          </p:cNvPr>
          <p:cNvSpPr txBox="1"/>
          <p:nvPr/>
        </p:nvSpPr>
        <p:spPr>
          <a:xfrm>
            <a:off x="7206699" y="3191290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4.0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A33A940-5CEB-C57C-EB17-89A39746CC28}"/>
              </a:ext>
            </a:extLst>
          </p:cNvPr>
          <p:cNvSpPr txBox="1"/>
          <p:nvPr/>
        </p:nvSpPr>
        <p:spPr>
          <a:xfrm>
            <a:off x="7221112" y="1899784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5.0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AB2F2381-6579-A18C-DB59-4AD7FEF295DE}"/>
              </a:ext>
            </a:extLst>
          </p:cNvPr>
          <p:cNvSpPr txBox="1"/>
          <p:nvPr/>
        </p:nvSpPr>
        <p:spPr>
          <a:xfrm>
            <a:off x="7221112" y="641978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6.0</a:t>
            </a:r>
          </a:p>
        </p:txBody>
      </p:sp>
    </p:spTree>
    <p:extLst>
      <p:ext uri="{BB962C8B-B14F-4D97-AF65-F5344CB8AC3E}">
        <p14:creationId xmlns:p14="http://schemas.microsoft.com/office/powerpoint/2010/main" val="2096059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069D19-6330-B93E-94C7-EF9541BC9F97}"/>
              </a:ext>
            </a:extLst>
          </p:cNvPr>
          <p:cNvSpPr/>
          <p:nvPr/>
        </p:nvSpPr>
        <p:spPr>
          <a:xfrm>
            <a:off x="10256028" y="408891"/>
            <a:ext cx="1935972" cy="11249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200" b="1" dirty="0"/>
              <a:t>Legend</a:t>
            </a:r>
          </a:p>
          <a:p>
            <a:pPr algn="ctr"/>
            <a:endParaRPr lang="en-ZA" sz="1200" b="1" dirty="0"/>
          </a:p>
          <a:p>
            <a:r>
              <a:rPr lang="en-ZA" sz="1200" b="1" dirty="0"/>
              <a:t>Material</a:t>
            </a:r>
          </a:p>
          <a:p>
            <a:r>
              <a:rPr lang="en-ZA" sz="1200" b="1" dirty="0"/>
              <a:t>Information</a:t>
            </a:r>
          </a:p>
          <a:p>
            <a:r>
              <a:rPr lang="en-ZA" sz="1200" b="1" dirty="0"/>
              <a:t>Energy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4D5FB7-034E-2502-3AF5-CEA4177E5EEA}"/>
              </a:ext>
            </a:extLst>
          </p:cNvPr>
          <p:cNvCxnSpPr>
            <a:cxnSpLocks/>
          </p:cNvCxnSpPr>
          <p:nvPr/>
        </p:nvCxnSpPr>
        <p:spPr>
          <a:xfrm>
            <a:off x="11381232" y="979118"/>
            <a:ext cx="554736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B495834-1041-3D37-5942-FA295DC609CE}"/>
              </a:ext>
            </a:extLst>
          </p:cNvPr>
          <p:cNvCxnSpPr>
            <a:cxnSpLocks/>
          </p:cNvCxnSpPr>
          <p:nvPr/>
        </p:nvCxnSpPr>
        <p:spPr>
          <a:xfrm>
            <a:off x="11381232" y="1153861"/>
            <a:ext cx="554736" cy="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5F8762-0B74-24BB-EF43-3CBDFB5D37C9}"/>
              </a:ext>
            </a:extLst>
          </p:cNvPr>
          <p:cNvCxnSpPr>
            <a:cxnSpLocks/>
          </p:cNvCxnSpPr>
          <p:nvPr/>
        </p:nvCxnSpPr>
        <p:spPr>
          <a:xfrm>
            <a:off x="11381232" y="1340089"/>
            <a:ext cx="554736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0479335-8D16-A130-985E-1C6FC66CAFEF}"/>
              </a:ext>
            </a:extLst>
          </p:cNvPr>
          <p:cNvSpPr/>
          <p:nvPr/>
        </p:nvSpPr>
        <p:spPr>
          <a:xfrm>
            <a:off x="1253420" y="770775"/>
            <a:ext cx="7994752" cy="3929242"/>
          </a:xfrm>
          <a:prstGeom prst="rect">
            <a:avLst/>
          </a:prstGeom>
          <a:ln w="28575"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21F6EF-A9FA-1F96-83AB-8865630ED513}"/>
              </a:ext>
            </a:extLst>
          </p:cNvPr>
          <p:cNvSpPr txBox="1"/>
          <p:nvPr/>
        </p:nvSpPr>
        <p:spPr>
          <a:xfrm>
            <a:off x="1303073" y="493775"/>
            <a:ext cx="2129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4.0 Operate Camera Module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E1BD3B-783D-D9C5-929E-0CA55A9A7C95}"/>
              </a:ext>
            </a:extLst>
          </p:cNvPr>
          <p:cNvSpPr/>
          <p:nvPr/>
        </p:nvSpPr>
        <p:spPr>
          <a:xfrm>
            <a:off x="3543484" y="1802777"/>
            <a:ext cx="1548579" cy="58502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200" b="1" dirty="0"/>
              <a:t>Configure camera properties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EA67C5-DB53-1501-E4BC-611AF54EC819}"/>
              </a:ext>
            </a:extLst>
          </p:cNvPr>
          <p:cNvSpPr/>
          <p:nvPr/>
        </p:nvSpPr>
        <p:spPr>
          <a:xfrm>
            <a:off x="3543484" y="3179797"/>
            <a:ext cx="1548579" cy="58502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200" b="1" dirty="0"/>
              <a:t>Configure light intensity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F4A87B-0371-D26E-256F-3D8885FE4105}"/>
              </a:ext>
            </a:extLst>
          </p:cNvPr>
          <p:cNvSpPr/>
          <p:nvPr/>
        </p:nvSpPr>
        <p:spPr>
          <a:xfrm>
            <a:off x="6325649" y="2501838"/>
            <a:ext cx="1548579" cy="58502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200" b="1" dirty="0"/>
              <a:t>Capture digital image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6973368-09C0-A3D2-CEEA-1725A1A3E877}"/>
              </a:ext>
            </a:extLst>
          </p:cNvPr>
          <p:cNvSpPr/>
          <p:nvPr/>
        </p:nvSpPr>
        <p:spPr>
          <a:xfrm>
            <a:off x="1972017" y="2387797"/>
            <a:ext cx="791605" cy="792000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sz="1200" b="1" dirty="0"/>
              <a:t>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7EDA05-F390-8970-C3B2-2D52F3121E6C}"/>
              </a:ext>
            </a:extLst>
          </p:cNvPr>
          <p:cNvSpPr txBox="1"/>
          <p:nvPr/>
        </p:nvSpPr>
        <p:spPr>
          <a:xfrm>
            <a:off x="1299251" y="2490968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Signal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C5701E-E336-5C32-1E6A-7F61F68512BF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595990" y="2794348"/>
            <a:ext cx="729659" cy="0"/>
          </a:xfrm>
          <a:prstGeom prst="line">
            <a:avLst/>
          </a:prstGeom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72849AD-70EF-108F-A4F0-09DB704CA7C9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943828" y="2095287"/>
            <a:ext cx="599656" cy="0"/>
          </a:xfrm>
          <a:prstGeom prst="line">
            <a:avLst/>
          </a:prstGeom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EF36759-E214-2728-C97F-80319434B220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943828" y="3472307"/>
            <a:ext cx="599656" cy="0"/>
          </a:xfrm>
          <a:prstGeom prst="line">
            <a:avLst/>
          </a:prstGeom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D8817B6-7F4F-5830-C3B7-162CB0DF73E7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983848" y="2783797"/>
            <a:ext cx="988169" cy="0"/>
          </a:xfrm>
          <a:prstGeom prst="line">
            <a:avLst/>
          </a:prstGeom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51118E6-3DB1-51F2-BA6D-1D533783E06C}"/>
              </a:ext>
            </a:extLst>
          </p:cNvPr>
          <p:cNvCxnSpPr>
            <a:cxnSpLocks/>
          </p:cNvCxnSpPr>
          <p:nvPr/>
        </p:nvCxnSpPr>
        <p:spPr>
          <a:xfrm flipV="1">
            <a:off x="7874228" y="2767967"/>
            <a:ext cx="1643516" cy="26381"/>
          </a:xfrm>
          <a:prstGeom prst="line">
            <a:avLst/>
          </a:prstGeom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F3DCB72-A743-8FF4-39BF-0EAD95E3FB13}"/>
              </a:ext>
            </a:extLst>
          </p:cNvPr>
          <p:cNvCxnSpPr>
            <a:cxnSpLocks/>
          </p:cNvCxnSpPr>
          <p:nvPr/>
        </p:nvCxnSpPr>
        <p:spPr>
          <a:xfrm>
            <a:off x="2943828" y="2095287"/>
            <a:ext cx="0" cy="137702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4FECA21-F72E-7858-2885-B4A928DC089F}"/>
              </a:ext>
            </a:extLst>
          </p:cNvPr>
          <p:cNvCxnSpPr>
            <a:cxnSpLocks/>
          </p:cNvCxnSpPr>
          <p:nvPr/>
        </p:nvCxnSpPr>
        <p:spPr>
          <a:xfrm>
            <a:off x="5595990" y="2095287"/>
            <a:ext cx="0" cy="137702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39B7521-3DCA-61E0-7230-88E533C873A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092063" y="2095287"/>
            <a:ext cx="503927" cy="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4F2E4DD-D495-A53A-09B4-CB60E4C6CAF1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092063" y="3472307"/>
            <a:ext cx="479597" cy="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3F2D8CB-53E2-9F73-7DEF-A9718B874042}"/>
              </a:ext>
            </a:extLst>
          </p:cNvPr>
          <p:cNvCxnSpPr>
            <a:cxnSpLocks/>
          </p:cNvCxnSpPr>
          <p:nvPr/>
        </p:nvCxnSpPr>
        <p:spPr>
          <a:xfrm>
            <a:off x="2763622" y="2767967"/>
            <a:ext cx="180205" cy="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789A34D-F017-0B6A-FEC6-038B928111BD}"/>
              </a:ext>
            </a:extLst>
          </p:cNvPr>
          <p:cNvSpPr txBox="1"/>
          <p:nvPr/>
        </p:nvSpPr>
        <p:spPr>
          <a:xfrm>
            <a:off x="2817674" y="1794336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Signal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6DDC21-27F8-DDA3-22A2-42664B642F72}"/>
              </a:ext>
            </a:extLst>
          </p:cNvPr>
          <p:cNvSpPr txBox="1"/>
          <p:nvPr/>
        </p:nvSpPr>
        <p:spPr>
          <a:xfrm>
            <a:off x="2915445" y="3163648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Signal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8BB451-9A91-627C-EBD2-CCAF8B2DEF93}"/>
              </a:ext>
            </a:extLst>
          </p:cNvPr>
          <p:cNvSpPr txBox="1"/>
          <p:nvPr/>
        </p:nvSpPr>
        <p:spPr>
          <a:xfrm>
            <a:off x="5667089" y="2490968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Signal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099668-DC84-D70C-60FE-7D1DF806C5EF}"/>
              </a:ext>
            </a:extLst>
          </p:cNvPr>
          <p:cNvSpPr txBox="1"/>
          <p:nvPr/>
        </p:nvSpPr>
        <p:spPr>
          <a:xfrm>
            <a:off x="8143800" y="2475457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Signal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C3A73B9-B04F-BEBB-E85E-D00D22EBFD2A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7099939" y="3086858"/>
            <a:ext cx="0" cy="1753366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BD1287E-5104-A832-5C17-4B1D953A2E33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4317774" y="3764817"/>
            <a:ext cx="0" cy="1075407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58BF496-6927-24B1-E8B4-909BB6255D6A}"/>
              </a:ext>
            </a:extLst>
          </p:cNvPr>
          <p:cNvSpPr txBox="1"/>
          <p:nvPr/>
        </p:nvSpPr>
        <p:spPr>
          <a:xfrm>
            <a:off x="6185591" y="3906502"/>
            <a:ext cx="994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b="1" dirty="0"/>
              <a:t>Electrical energy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115719-996D-8097-C174-8F1F83DE6DCB}"/>
              </a:ext>
            </a:extLst>
          </p:cNvPr>
          <p:cNvSpPr txBox="1"/>
          <p:nvPr/>
        </p:nvSpPr>
        <p:spPr>
          <a:xfrm>
            <a:off x="3432567" y="4057327"/>
            <a:ext cx="994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b="1" dirty="0"/>
              <a:t>Electrical energy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D57939A-B933-B073-FBD2-8129B2194611}"/>
              </a:ext>
            </a:extLst>
          </p:cNvPr>
          <p:cNvSpPr txBox="1"/>
          <p:nvPr/>
        </p:nvSpPr>
        <p:spPr>
          <a:xfrm>
            <a:off x="6287939" y="2249297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4.3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B4FF0F-8D62-E70B-5409-D8E77C0EB028}"/>
              </a:ext>
            </a:extLst>
          </p:cNvPr>
          <p:cNvSpPr txBox="1"/>
          <p:nvPr/>
        </p:nvSpPr>
        <p:spPr>
          <a:xfrm>
            <a:off x="3520789" y="2948358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4.2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D5C9D9-9FFA-1B8F-8408-84ED54F8B940}"/>
              </a:ext>
            </a:extLst>
          </p:cNvPr>
          <p:cNvSpPr txBox="1"/>
          <p:nvPr/>
        </p:nvSpPr>
        <p:spPr>
          <a:xfrm>
            <a:off x="3543484" y="1554394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 dirty="0"/>
              <a:t>4.1</a:t>
            </a:r>
          </a:p>
        </p:txBody>
      </p:sp>
    </p:spTree>
    <p:extLst>
      <p:ext uri="{BB962C8B-B14F-4D97-AF65-F5344CB8AC3E}">
        <p14:creationId xmlns:p14="http://schemas.microsoft.com/office/powerpoint/2010/main" val="1644010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492324-EC71-F602-2354-1B07D2372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223" y="1780674"/>
            <a:ext cx="8788088" cy="290683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4D08EB2-35E0-1D1E-F57F-D85F9E73F71E}"/>
              </a:ext>
            </a:extLst>
          </p:cNvPr>
          <p:cNvSpPr/>
          <p:nvPr/>
        </p:nvSpPr>
        <p:spPr>
          <a:xfrm>
            <a:off x="1170913" y="3040621"/>
            <a:ext cx="1549668" cy="60639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Axial Rod Axis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286457-D65F-01A0-0570-2F9E25A452CB}"/>
              </a:ext>
            </a:extLst>
          </p:cNvPr>
          <p:cNvSpPr/>
          <p:nvPr/>
        </p:nvSpPr>
        <p:spPr>
          <a:xfrm>
            <a:off x="3182594" y="2930893"/>
            <a:ext cx="1224814" cy="60639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Viewing Angle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4AD7E1-1D55-120A-1E4E-C1F5F841AF3E}"/>
              </a:ext>
            </a:extLst>
          </p:cNvPr>
          <p:cNvSpPr/>
          <p:nvPr/>
        </p:nvSpPr>
        <p:spPr>
          <a:xfrm>
            <a:off x="6046539" y="2434229"/>
            <a:ext cx="1224814" cy="60639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Camera Axis</a:t>
            </a:r>
          </a:p>
        </p:txBody>
      </p:sp>
    </p:spTree>
    <p:extLst>
      <p:ext uri="{BB962C8B-B14F-4D97-AF65-F5344CB8AC3E}">
        <p14:creationId xmlns:p14="http://schemas.microsoft.com/office/powerpoint/2010/main" val="1947044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1494</TotalTime>
  <Words>138</Words>
  <Application>Microsoft Office PowerPoint</Application>
  <PresentationFormat>Widescreen</PresentationFormat>
  <Paragraphs>74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Breytenbach, PW, Mr [26122146@sun.ac.za]</dc:creator>
  <cp:lastModifiedBy>Breytenbach, PW, Mr [26122146@sun.ac.za]</cp:lastModifiedBy>
  <cp:revision>5</cp:revision>
  <dcterms:created xsi:type="dcterms:W3CDTF">2026-03-22T10:28:31Z</dcterms:created>
  <dcterms:modified xsi:type="dcterms:W3CDTF">2026-05-25T06:32:57Z</dcterms:modified>
</cp:coreProperties>
</file>