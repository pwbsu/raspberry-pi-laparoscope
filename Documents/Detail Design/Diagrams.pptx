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8D633-9291-BD0A-4635-83B799FD0D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54CA9-A543-ED76-4FBE-A9CA7D43C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8A1B4-1242-E170-8EC7-B348FC882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86CB-7332-4D45-AA4B-1DA7BBAECAC8}" type="datetimeFigureOut">
              <a:rPr lang="en-ZA" smtClean="0"/>
              <a:t>2026/04/26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177B7-C49E-787E-B317-BF8995B9A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59AAB-1B2A-B928-6F78-75AC347C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02A4-E10E-44CC-8988-A1A12C6E36B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4967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FBE65-61CD-DF68-F71E-782D935E5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74D31-AE3D-A890-66A8-1281943D7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6333C-320E-3882-02AF-3796317CD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86CB-7332-4D45-AA4B-1DA7BBAECAC8}" type="datetimeFigureOut">
              <a:rPr lang="en-ZA" smtClean="0"/>
              <a:t>2026/04/26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B9C93-D6BB-3FAE-2341-15A344CCD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7D8D5-B0B9-7971-403B-11B06EAB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02A4-E10E-44CC-8988-A1A12C6E36B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3991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06D1E-95E6-2D64-CCB6-332C291A5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00374-B3A3-9124-5BC3-126016178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858C1-B369-3898-C730-4BDF1235F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86CB-7332-4D45-AA4B-1DA7BBAECAC8}" type="datetimeFigureOut">
              <a:rPr lang="en-ZA" smtClean="0"/>
              <a:t>2026/04/26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C889D-DB40-3FDA-E4C2-7917BBEA1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50EE7-A2C9-4D28-8939-BC2F4358C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02A4-E10E-44CC-8988-A1A12C6E36B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93990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CDE1F-7BE6-658A-5352-A431222BE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75978-EBD1-7A41-DA4F-1922905140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BE518-C715-FCD8-D7A4-291E6F080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451BE-996F-2E10-9603-5DF352AB5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86CB-7332-4D45-AA4B-1DA7BBAECAC8}" type="datetimeFigureOut">
              <a:rPr lang="en-ZA" smtClean="0"/>
              <a:t>2026/04/26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477E3-6DF4-AFF1-F733-ED7500F81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684C9-C129-7839-B442-0A848C2B5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02A4-E10E-44CC-8988-A1A12C6E36B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8937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B8471-ADF6-56AE-7052-DF0A6F18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BF7B1-8618-6E06-179C-3E4FBCF32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EFD60-2806-69FB-07DC-37146E563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C50BF1-B7ED-8FE2-C646-12E93203C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DBA006-9B50-4631-7E46-75BA2001DE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BD1A6D-6275-AD0A-BD91-172F67F9F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86CB-7332-4D45-AA4B-1DA7BBAECAC8}" type="datetimeFigureOut">
              <a:rPr lang="en-ZA" smtClean="0"/>
              <a:t>2026/04/26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D3183-0E0A-58B5-254F-644B72136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5272CD-9667-050C-F4A6-E4798F7C3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02A4-E10E-44CC-8988-A1A12C6E36B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91165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20714-811E-34B5-3E3A-A47E8CA6C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515826-B81F-4933-23F7-4E9BFFA15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86CB-7332-4D45-AA4B-1DA7BBAECAC8}" type="datetimeFigureOut">
              <a:rPr lang="en-ZA" smtClean="0"/>
              <a:t>2026/04/26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262D5-B6D1-BDA6-B175-91D6DCFAF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220561-3D71-CABB-36AF-F8C8B9E2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02A4-E10E-44CC-8988-A1A12C6E36B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24542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DF944F-2215-F00D-7F26-752661111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86CB-7332-4D45-AA4B-1DA7BBAECAC8}" type="datetimeFigureOut">
              <a:rPr lang="en-ZA" smtClean="0"/>
              <a:t>2026/04/26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34B544-ED94-AD20-2DF5-0C4CB9DE3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34D42-5E35-3902-AF06-29BB6FC2C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02A4-E10E-44CC-8988-A1A12C6E36B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58186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187D1-B38E-0086-0957-1C439C165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AD12B-C8A5-E557-1DDB-ABC4F6CFA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01AA4-7865-C983-1B75-1F5B0F763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20961-4603-55F2-20D5-021380108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86CB-7332-4D45-AA4B-1DA7BBAECAC8}" type="datetimeFigureOut">
              <a:rPr lang="en-ZA" smtClean="0"/>
              <a:t>2026/04/26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BFBAD-8B98-DE3A-A354-5D4471115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A70DA-F3E4-9A1C-B5DD-7EB57237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02A4-E10E-44CC-8988-A1A12C6E36B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31572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28EB7-A006-5DEA-6CCE-F26B58E26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45D463-4849-9656-51C2-EBF206527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4C01FD-0AA2-B884-80C1-0B3AE8F27D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167C1-233B-EC85-7D5A-1648DC5F7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86CB-7332-4D45-AA4B-1DA7BBAECAC8}" type="datetimeFigureOut">
              <a:rPr lang="en-ZA" smtClean="0"/>
              <a:t>2026/04/26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355C9-7BAF-8505-1DF6-19E0F8BCD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9438C-46B3-6F46-DA84-9D1B5C098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02A4-E10E-44CC-8988-A1A12C6E36B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1014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5855D-1840-D01F-1CA3-EFB4CA44C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C623B-1FAA-2396-D064-A2EA17AD2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4BBF6-0E26-6C9B-AFEA-C8CB554E6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86CB-7332-4D45-AA4B-1DA7BBAECAC8}" type="datetimeFigureOut">
              <a:rPr lang="en-ZA" smtClean="0"/>
              <a:t>2026/04/26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F0F4D-BF3A-A5CC-3B1E-8037B3F2E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BFB40-C013-3A2D-37B8-423DD5E03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02A4-E10E-44CC-8988-A1A12C6E36B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75165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95CD95-3285-166D-78BE-3307FDEBA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A00814-22D8-CC2F-4167-9BC5A231E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F113D-A685-9E9B-9CB2-08654B33A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86CB-7332-4D45-AA4B-1DA7BBAECAC8}" type="datetimeFigureOut">
              <a:rPr lang="en-ZA" smtClean="0"/>
              <a:t>2026/04/26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98185-BD3B-359C-F4AB-A2A70250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CD92E-CE54-EEE8-1F8B-9F30F066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D02A4-E10E-44CC-8988-A1A12C6E36B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5343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BCF4EF-8A06-5005-CF2E-6EEF7414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C0E4A-26CB-C1A7-E35B-85BFA2AB7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0625F-AE21-76E7-F2CD-34E82BE840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E386CB-7332-4D45-AA4B-1DA7BBAECAC8}" type="datetimeFigureOut">
              <a:rPr lang="en-ZA" smtClean="0"/>
              <a:t>2026/04/26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65A68-75CE-9FF2-47AA-E96931558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26C17-E5D0-41B9-18F4-89752DBF8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0D02A4-E10E-44CC-8988-A1A12C6E36B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18082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92E1DA-A1AA-DB94-C6E6-4F206DAA54F4}"/>
              </a:ext>
            </a:extLst>
          </p:cNvPr>
          <p:cNvSpPr/>
          <p:nvPr/>
        </p:nvSpPr>
        <p:spPr>
          <a:xfrm>
            <a:off x="2035277" y="2074606"/>
            <a:ext cx="3736258" cy="17698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F1AB3B-1F39-98B7-33AC-8D506D3CC191}"/>
              </a:ext>
            </a:extLst>
          </p:cNvPr>
          <p:cNvSpPr/>
          <p:nvPr/>
        </p:nvSpPr>
        <p:spPr>
          <a:xfrm>
            <a:off x="5771535" y="1573161"/>
            <a:ext cx="4788310" cy="1366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E9ACCD-7E2F-E78A-E9FA-DFA1B5FF55F6}"/>
              </a:ext>
            </a:extLst>
          </p:cNvPr>
          <p:cNvSpPr/>
          <p:nvPr/>
        </p:nvSpPr>
        <p:spPr>
          <a:xfrm rot="18656731">
            <a:off x="1278193" y="143551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7049D4-E0BC-F491-9149-9DD7D7699EB5}"/>
              </a:ext>
            </a:extLst>
          </p:cNvPr>
          <p:cNvSpPr txBox="1"/>
          <p:nvPr/>
        </p:nvSpPr>
        <p:spPr>
          <a:xfrm>
            <a:off x="2989007" y="1705274"/>
            <a:ext cx="1622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PCB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BC28C1-4A8D-A484-3F81-F73007288091}"/>
              </a:ext>
            </a:extLst>
          </p:cNvPr>
          <p:cNvSpPr txBox="1"/>
          <p:nvPr/>
        </p:nvSpPr>
        <p:spPr>
          <a:xfrm>
            <a:off x="6803923" y="1160206"/>
            <a:ext cx="1563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Heat Pipe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DD8DD0-EE4C-C620-ABDB-DBC717D2F38A}"/>
              </a:ext>
            </a:extLst>
          </p:cNvPr>
          <p:cNvSpPr txBox="1"/>
          <p:nvPr/>
        </p:nvSpPr>
        <p:spPr>
          <a:xfrm rot="18574574">
            <a:off x="367761" y="934064"/>
            <a:ext cx="1445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Camera and LEDs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16F47F-602C-521E-4A85-FF223DD09A12}"/>
              </a:ext>
            </a:extLst>
          </p:cNvPr>
          <p:cNvCxnSpPr>
            <a:cxnSpLocks/>
          </p:cNvCxnSpPr>
          <p:nvPr/>
        </p:nvCxnSpPr>
        <p:spPr>
          <a:xfrm>
            <a:off x="1671963" y="1160206"/>
            <a:ext cx="9123856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4CFA1DE-407A-2E17-06B3-AC08CB022C60}"/>
              </a:ext>
            </a:extLst>
          </p:cNvPr>
          <p:cNvCxnSpPr>
            <a:cxnSpLocks/>
          </p:cNvCxnSpPr>
          <p:nvPr/>
        </p:nvCxnSpPr>
        <p:spPr>
          <a:xfrm>
            <a:off x="1799938" y="3151239"/>
            <a:ext cx="8995881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382A2C-4E9A-A2CE-01A1-DA7B4B2228F8}"/>
              </a:ext>
            </a:extLst>
          </p:cNvPr>
          <p:cNvCxnSpPr>
            <a:cxnSpLocks/>
          </p:cNvCxnSpPr>
          <p:nvPr/>
        </p:nvCxnSpPr>
        <p:spPr>
          <a:xfrm flipH="1" flipV="1">
            <a:off x="766916" y="2216472"/>
            <a:ext cx="1033022" cy="934767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AC47D5-868B-5234-CC1D-A7C349F46107}"/>
              </a:ext>
            </a:extLst>
          </p:cNvPr>
          <p:cNvCxnSpPr>
            <a:cxnSpLocks/>
          </p:cNvCxnSpPr>
          <p:nvPr/>
        </p:nvCxnSpPr>
        <p:spPr>
          <a:xfrm flipH="1">
            <a:off x="766916" y="1160206"/>
            <a:ext cx="905047" cy="1091381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7F7FE1B-D56D-E1BF-2A27-49A06AC1A022}"/>
              </a:ext>
            </a:extLst>
          </p:cNvPr>
          <p:cNvSpPr txBox="1"/>
          <p:nvPr/>
        </p:nvSpPr>
        <p:spPr>
          <a:xfrm>
            <a:off x="5083276" y="619432"/>
            <a:ext cx="270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Laparoscope encasing</a:t>
            </a:r>
          </a:p>
        </p:txBody>
      </p:sp>
    </p:spTree>
    <p:extLst>
      <p:ext uri="{BB962C8B-B14F-4D97-AF65-F5344CB8AC3E}">
        <p14:creationId xmlns:p14="http://schemas.microsoft.com/office/powerpoint/2010/main" val="619293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Breytenbach, PW, Mr [26122146@sun.ac.za]</dc:creator>
  <cp:lastModifiedBy>Breytenbach, PW, Mr [26122146@sun.ac.za]</cp:lastModifiedBy>
  <cp:revision>1</cp:revision>
  <dcterms:created xsi:type="dcterms:W3CDTF">2026-04-26T09:19:08Z</dcterms:created>
  <dcterms:modified xsi:type="dcterms:W3CDTF">2026-04-26T15:58:45Z</dcterms:modified>
</cp:coreProperties>
</file>