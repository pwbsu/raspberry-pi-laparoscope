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90D2-793C-7CB6-07E3-9CE201148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44784-5FCE-3EDC-013A-CFEC5C474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90750-302F-9A4B-4135-91AC4126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59BEF-D529-3B32-3373-81BA2950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48875-FE59-DFE3-ED58-E305B3B9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181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845A-2415-530F-CE7D-F4AA927A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3D1B1-61A3-2BB1-AB6C-CF419FA3D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9365B-439A-59AE-4200-B33646067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7FF75-8AEE-6D38-4E07-1C1B0FCC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67B32-D15F-2DCA-7A41-B3524735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419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C465-EF8D-FAFC-51F8-29E0E7007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7D723-EF5D-D9CC-C084-2B2EA0A82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4F269-DE1D-AE6D-3D62-90D0CCDB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D3D4D-7E45-A344-7B13-D808A7AE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59238-00B0-C6B0-AD1D-4B9EC6D7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275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600CC-7432-9633-0F4A-8835FD231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C4BE-8943-2BBB-D616-C47043848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B9C82-91F7-C20D-5B63-CAB62D52A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EED0E-25C6-A041-3256-004F7DCF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AFDAD-A5F2-2021-B5B6-CC17781B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5E0F0-F0B2-114A-D6D1-0673E672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326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9A3B-8721-13E5-EF45-A9B124F3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6872D-E98E-0837-6DE7-2B219A035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A2A51-0422-0FA2-CC8D-F54A40E5D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487A7-F9BB-4B66-6430-7D0998838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FF07F-A60C-B8B1-439E-B3A8FBA99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D1FFA-C01B-5BE6-8296-7FBFC330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F3F1C-3796-B302-1D04-62ABF8672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87585-5FDF-B614-97F6-4B9B5715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295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125B-5E9B-0FAC-C277-D948556C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4B10A-C2D4-988D-9325-CFA36BB3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646C1-B77A-D629-F208-36B70C20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2A2D2-FF1D-58AC-E5F4-24EBE3B4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98199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3E260-2EFA-085F-E48E-0AD6C1C8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F7D30-14BF-94FA-A2DB-E8C0885D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092EF-EAD3-FA4D-B4CB-04A50D25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173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9CB1-7163-D570-7A43-99FFA562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E2494-D672-6855-0111-0330880A9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28D4A-57F0-5AD5-5F29-C9560CC60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90D37-217B-4E3E-6D0F-67A0A9EC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89EDD-EB77-C0D2-7896-09A34064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550FD-4E3B-50CF-8471-8F95F227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44571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CF7E-55C8-F2C2-900E-69C48C62A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4CBE0F-FB14-030C-5D16-9EA7B9D9C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9AF09-AE38-7942-966A-762795FA8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AA024-0173-8505-C176-EC657A3D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7BA59-E449-0D21-E906-E7CB2A01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C61F2-ED60-53F8-ED7B-151F1A6A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437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1F18-8971-2587-71DB-3CA60869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74BF1-8FAC-7B82-A766-969CDA26C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A205C-B408-87BB-13D7-B5E6EAC3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F0F5-86C8-6F7D-6EE8-9178F8D4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87D9D-364B-587F-5E6C-587E9C1B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212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147324-93C1-9944-ED93-6573864AE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658E5-0657-2785-5739-6E821693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F8554-447C-6CAD-92A5-E6A55779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EF82A-7C68-3D47-A4A5-FCFF525B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6FFCA-4899-73A9-0CC5-71A3E385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649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DDFC9-18DA-E69E-BCB0-BEA9CAEC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A148E-4301-23E0-936A-3AD2970D4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854DE-EA6F-1293-6171-220945826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768F3-B928-4CC7-B03B-1999AAED8DD5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C6ECA-8116-67F0-4B47-DF456739A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12D9-2122-C25C-121C-C7EF2F90C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5BED5-4FF5-4E23-AC24-0CDB6631A1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480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A06ABB-907A-A2DC-85D9-16AB2A65FC50}"/>
              </a:ext>
            </a:extLst>
          </p:cNvPr>
          <p:cNvSpPr/>
          <p:nvPr/>
        </p:nvSpPr>
        <p:spPr>
          <a:xfrm>
            <a:off x="7054645" y="1410928"/>
            <a:ext cx="3505199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MAIN BODY ASSEMBLY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00-02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CB7C8-2F00-EAE8-A94E-18615E12588E}"/>
              </a:ext>
            </a:extLst>
          </p:cNvPr>
          <p:cNvSpPr/>
          <p:nvPr/>
        </p:nvSpPr>
        <p:spPr>
          <a:xfrm>
            <a:off x="1347020" y="1410929"/>
            <a:ext cx="3505199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HANDLE ASSEMBLY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00-01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BC8BD0-FB52-4FEE-D13F-49DC6B9E059E}"/>
              </a:ext>
            </a:extLst>
          </p:cNvPr>
          <p:cNvSpPr/>
          <p:nvPr/>
        </p:nvSpPr>
        <p:spPr>
          <a:xfrm>
            <a:off x="4852219" y="98314"/>
            <a:ext cx="2202426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FULL ASSEMBLY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4D61A0-E7B8-6608-10B2-332A113F7B73}"/>
              </a:ext>
            </a:extLst>
          </p:cNvPr>
          <p:cNvSpPr/>
          <p:nvPr/>
        </p:nvSpPr>
        <p:spPr>
          <a:xfrm>
            <a:off x="1347020" y="2644874"/>
            <a:ext cx="3505199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HANDLE MAIN COVER DESIGN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00-01-00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BD1DF-1FA3-0E80-CBA6-10AA0BA43FE0}"/>
              </a:ext>
            </a:extLst>
          </p:cNvPr>
          <p:cNvSpPr/>
          <p:nvPr/>
        </p:nvSpPr>
        <p:spPr>
          <a:xfrm>
            <a:off x="1347020" y="3736259"/>
            <a:ext cx="3505200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HANDLE FRONT COVER DESIGN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00-01-01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8610A6-C9AD-1A3D-2CD6-61AC61BD3B89}"/>
              </a:ext>
            </a:extLst>
          </p:cNvPr>
          <p:cNvSpPr/>
          <p:nvPr/>
        </p:nvSpPr>
        <p:spPr>
          <a:xfrm>
            <a:off x="1347020" y="4832554"/>
            <a:ext cx="3505199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HANDLE TOP COVER DESIGN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00-01-02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908C9A-EBF8-2441-C237-33CF51805BAA}"/>
              </a:ext>
            </a:extLst>
          </p:cNvPr>
          <p:cNvSpPr/>
          <p:nvPr/>
        </p:nvSpPr>
        <p:spPr>
          <a:xfrm>
            <a:off x="7054645" y="2644874"/>
            <a:ext cx="3505199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TIP COPPER COUPLER DESIGN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00-02-00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B4366-BE8C-2875-A981-FE9E0D6AE688}"/>
              </a:ext>
            </a:extLst>
          </p:cNvPr>
          <p:cNvSpPr/>
          <p:nvPr/>
        </p:nvSpPr>
        <p:spPr>
          <a:xfrm>
            <a:off x="7054644" y="3736258"/>
            <a:ext cx="3505199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COPPER COUPLER DESIGN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00-02-01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B73452-60A3-E944-B8EB-9387C9A17868}"/>
              </a:ext>
            </a:extLst>
          </p:cNvPr>
          <p:cNvSpPr/>
          <p:nvPr/>
        </p:nvSpPr>
        <p:spPr>
          <a:xfrm>
            <a:off x="7054643" y="4827642"/>
            <a:ext cx="3505199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STAINLESS STEEL PIPE DESIGN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00-02-02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735DC-EBDD-4D8B-B75B-9785BD17C3C2}"/>
              </a:ext>
            </a:extLst>
          </p:cNvPr>
          <p:cNvSpPr/>
          <p:nvPr/>
        </p:nvSpPr>
        <p:spPr>
          <a:xfrm>
            <a:off x="7054642" y="5835446"/>
            <a:ext cx="3505199" cy="727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MODIFIED HEAT SINK DESIGN</a:t>
            </a:r>
          </a:p>
          <a:p>
            <a:pPr algn="ctr"/>
            <a:r>
              <a:rPr lang="en-ZA" dirty="0">
                <a:solidFill>
                  <a:schemeClr val="tx1"/>
                </a:solidFill>
              </a:rPr>
              <a:t>00-02-03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2A4326-0513-F5EA-9429-ED2353F33E9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6548284" y="3008668"/>
            <a:ext cx="506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CE65CB-039F-F99C-8992-29D5469F3E1B}"/>
              </a:ext>
            </a:extLst>
          </p:cNvPr>
          <p:cNvCxnSpPr>
            <a:cxnSpLocks/>
          </p:cNvCxnSpPr>
          <p:nvPr/>
        </p:nvCxnSpPr>
        <p:spPr>
          <a:xfrm>
            <a:off x="6548281" y="4100045"/>
            <a:ext cx="506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773141-BB47-826E-2940-9470D1C08EEB}"/>
              </a:ext>
            </a:extLst>
          </p:cNvPr>
          <p:cNvCxnSpPr>
            <a:cxnSpLocks/>
          </p:cNvCxnSpPr>
          <p:nvPr/>
        </p:nvCxnSpPr>
        <p:spPr>
          <a:xfrm>
            <a:off x="6548281" y="5191435"/>
            <a:ext cx="506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F85B4E-3397-307B-1D35-362002F1299F}"/>
              </a:ext>
            </a:extLst>
          </p:cNvPr>
          <p:cNvCxnSpPr>
            <a:cxnSpLocks/>
          </p:cNvCxnSpPr>
          <p:nvPr/>
        </p:nvCxnSpPr>
        <p:spPr>
          <a:xfrm>
            <a:off x="6548284" y="6199239"/>
            <a:ext cx="506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E4CBD65-CB08-D4BB-971D-8F64EB781FFC}"/>
              </a:ext>
            </a:extLst>
          </p:cNvPr>
          <p:cNvCxnSpPr>
            <a:cxnSpLocks/>
          </p:cNvCxnSpPr>
          <p:nvPr/>
        </p:nvCxnSpPr>
        <p:spPr>
          <a:xfrm>
            <a:off x="840659" y="5191435"/>
            <a:ext cx="506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115273-F0C1-8CC8-AF9A-6C017A733707}"/>
              </a:ext>
            </a:extLst>
          </p:cNvPr>
          <p:cNvCxnSpPr>
            <a:cxnSpLocks/>
          </p:cNvCxnSpPr>
          <p:nvPr/>
        </p:nvCxnSpPr>
        <p:spPr>
          <a:xfrm>
            <a:off x="840659" y="4100045"/>
            <a:ext cx="506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2FC9BD-1538-A228-C0A2-B35927E611B7}"/>
              </a:ext>
            </a:extLst>
          </p:cNvPr>
          <p:cNvCxnSpPr>
            <a:cxnSpLocks/>
          </p:cNvCxnSpPr>
          <p:nvPr/>
        </p:nvCxnSpPr>
        <p:spPr>
          <a:xfrm>
            <a:off x="840658" y="3008667"/>
            <a:ext cx="5063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9723F2-F2FB-AAC6-CB92-1193E25F95E3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8807245" y="1079085"/>
            <a:ext cx="0" cy="331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FB8293-3C82-5365-E53E-D44B396B0246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099620" y="1079085"/>
            <a:ext cx="0" cy="3318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A8D2BC-4D2E-158A-5CBF-1C87B735299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953432" y="825901"/>
            <a:ext cx="0" cy="2531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FE14AE5-5007-6DD7-338D-FBE1095E594A}"/>
              </a:ext>
            </a:extLst>
          </p:cNvPr>
          <p:cNvCxnSpPr>
            <a:cxnSpLocks/>
          </p:cNvCxnSpPr>
          <p:nvPr/>
        </p:nvCxnSpPr>
        <p:spPr>
          <a:xfrm>
            <a:off x="3099619" y="1079085"/>
            <a:ext cx="57076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70A346-4955-4C27-399C-4A05D403CEE2}"/>
              </a:ext>
            </a:extLst>
          </p:cNvPr>
          <p:cNvCxnSpPr>
            <a:cxnSpLocks/>
          </p:cNvCxnSpPr>
          <p:nvPr/>
        </p:nvCxnSpPr>
        <p:spPr>
          <a:xfrm>
            <a:off x="8841412" y="2138515"/>
            <a:ext cx="0" cy="2531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22B91F9-043E-60BB-979D-6EF4E2ED04B4}"/>
              </a:ext>
            </a:extLst>
          </p:cNvPr>
          <p:cNvCxnSpPr>
            <a:cxnSpLocks/>
          </p:cNvCxnSpPr>
          <p:nvPr/>
        </p:nvCxnSpPr>
        <p:spPr>
          <a:xfrm>
            <a:off x="6548284" y="2386776"/>
            <a:ext cx="0" cy="38124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7FD47D-02EB-16DE-4D15-DDCDB00E7F77}"/>
              </a:ext>
            </a:extLst>
          </p:cNvPr>
          <p:cNvCxnSpPr>
            <a:cxnSpLocks/>
          </p:cNvCxnSpPr>
          <p:nvPr/>
        </p:nvCxnSpPr>
        <p:spPr>
          <a:xfrm flipH="1" flipV="1">
            <a:off x="6548284" y="2386776"/>
            <a:ext cx="2293128" cy="49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F37FECA-A350-A4FD-D161-7BB0584ED03B}"/>
              </a:ext>
            </a:extLst>
          </p:cNvPr>
          <p:cNvCxnSpPr>
            <a:cxnSpLocks/>
          </p:cNvCxnSpPr>
          <p:nvPr/>
        </p:nvCxnSpPr>
        <p:spPr>
          <a:xfrm>
            <a:off x="3099619" y="2138515"/>
            <a:ext cx="0" cy="2531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939E1C0-9511-FF06-88E1-C69D45A5DF54}"/>
              </a:ext>
            </a:extLst>
          </p:cNvPr>
          <p:cNvCxnSpPr>
            <a:cxnSpLocks/>
          </p:cNvCxnSpPr>
          <p:nvPr/>
        </p:nvCxnSpPr>
        <p:spPr>
          <a:xfrm flipH="1">
            <a:off x="840658" y="2405211"/>
            <a:ext cx="22589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E9D261F-6A12-8B2F-410E-D203429EF8FC}"/>
              </a:ext>
            </a:extLst>
          </p:cNvPr>
          <p:cNvCxnSpPr>
            <a:cxnSpLocks/>
          </p:cNvCxnSpPr>
          <p:nvPr/>
        </p:nvCxnSpPr>
        <p:spPr>
          <a:xfrm flipH="1">
            <a:off x="840658" y="2400288"/>
            <a:ext cx="1" cy="27911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215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44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Breytenbach, PW, Mr [26122146@sun.ac.za]</dc:creator>
  <cp:lastModifiedBy>Breytenbach, PW, Mr [26122146@sun.ac.za]</cp:lastModifiedBy>
  <cp:revision>1</cp:revision>
  <dcterms:created xsi:type="dcterms:W3CDTF">2026-05-14T12:38:43Z</dcterms:created>
  <dcterms:modified xsi:type="dcterms:W3CDTF">2026-05-14T16:54:21Z</dcterms:modified>
</cp:coreProperties>
</file>