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FF54-3B5E-85DE-3CD3-627F3FEB5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E6C92F-DE97-546A-5EDE-91D32943A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74B9B-1782-0577-3F00-65792F976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7F286-9088-1214-7EE5-8B0BA674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82040-6B8C-F0A1-0DB3-D77DD9ABC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95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9009-F62F-6B5F-0EE0-A33B7887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980F2-2E58-E70E-7A28-01352C659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74900-213A-11CA-9DB6-56745E7A0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6A457-ADF8-C84F-379E-2A0A2C80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62EF9-DD6D-2034-4121-B9552FFE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4977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724A-E87B-2838-3DA1-B7E21C613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1C444-8618-35A8-5D6F-1B6088D8B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B97CD-BC0C-FA57-91A2-FC4A256E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EB6FE-6155-8473-6DC4-372FA956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80BFB-332B-F1BB-C7F7-CEA2081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332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7088-2DE6-A142-4C69-5B77BFA5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C415-DD61-7B69-7BB6-1D39BE2A0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7FC52-75FF-2635-8703-D37637248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C7337-609E-E065-8FE2-0DB6D592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55CEB-63E5-7E70-0895-C3DB0DE2D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559BA-9355-9055-A55F-6CC627FC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652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7B84-88F6-BA84-78CE-63589664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6D5A7-6E60-3D24-D649-CE5C21E3F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0A099-9403-0DE1-7BB0-7DB34D926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05067-3DBA-7E7E-B90B-B4A94F5BC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074A7A-6733-CA50-AFE5-346DFCA56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93342D-BE71-1DB2-6460-5FD9996AC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7DF86-5AD4-7C10-0D04-B792DF41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86E1A-838C-9EC5-689D-99FA8C72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850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2764-E491-C2F8-E807-7F128B4B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353D3-A786-B746-FF2C-908D2105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BF358-7696-357B-20AF-760B681B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09DCD-4207-9506-76C5-A18AD60E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484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FE73A-A05A-12F0-CD9D-CBE5B612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F4BE4-AD4E-A0BC-A909-89780171C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7FC20-A9BB-9668-750B-368FDCBF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297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9C4EA-1F03-7FFA-E54B-3D4B4DD9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4CAC7-74DC-47B7-72A8-F2D204804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94874-13A0-3C3C-2093-AE290C06A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E7D14-D7C5-1ABE-8C29-12E3F141C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8E28E-2B66-26BE-43AB-BFA40285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ED08E-E701-FCAC-2DB1-3356EA79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5628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8B6B-5D05-54E2-161F-CD2DA7CD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1BF68A-EE1D-0D6E-D608-5EF78723B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CF2EB-9717-2574-5F16-F66D79463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1C20F-F587-94E3-B7D5-EEF23AD6A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4DB0A-16CA-A471-F3AB-F2A77F533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1C375-3E72-ECF0-1C58-54437EB5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485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E240-7F3A-1AC8-A6C1-96D617EB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AA520-85AD-171B-8B07-0859DF3B4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5E9DF-2256-A053-3E6B-F44E30258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A0819-0AFB-2FDD-63D2-7D8DFEB9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0C048-20E3-9FBC-21A3-3D626D33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1412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88FC89-CF61-FBD7-F24E-982D027EE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71D-600A-E76D-63E8-068BC7346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BC1E2-66B2-9EDF-B221-D777DBDB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4BCE2-2792-865B-6C12-9E076AAC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9617A-9616-C545-ED47-06DF02D0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227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F5DBE2-D6C6-51E0-275B-39BA06D03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85B0E-35A9-338D-0E86-0A66F2419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C38AF-3EEA-9AC9-DF8C-E3C2A12E0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9C702-4FB6-4F64-8587-6AD2A770E994}" type="datetimeFigureOut">
              <a:rPr lang="en-ZA" smtClean="0"/>
              <a:t>2026/05/19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D5B5-4FC1-8996-0E1A-E79CF7632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6EC-2048-83CC-82A8-1C5FC5755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7B39C-905C-4B7C-9FA3-A68C3EA4C54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698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8AED85-A29C-ADD2-2B73-B4956BD3F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90" y="1302575"/>
            <a:ext cx="2095792" cy="50394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E6BF6A-3DEA-B47D-80ED-7F7D1C39754D}"/>
              </a:ext>
            </a:extLst>
          </p:cNvPr>
          <p:cNvSpPr/>
          <p:nvPr/>
        </p:nvSpPr>
        <p:spPr>
          <a:xfrm>
            <a:off x="1809135" y="112871"/>
            <a:ext cx="2713703" cy="8849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Computer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DAA77-8614-2A0A-6F2B-A90B4749B113}"/>
              </a:ext>
            </a:extLst>
          </p:cNvPr>
          <p:cNvCxnSpPr>
            <a:cxnSpLocks/>
          </p:cNvCxnSpPr>
          <p:nvPr/>
        </p:nvCxnSpPr>
        <p:spPr>
          <a:xfrm>
            <a:off x="3165986" y="997775"/>
            <a:ext cx="0" cy="570271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8BB94-5F90-0266-022F-2973302E5C54}"/>
              </a:ext>
            </a:extLst>
          </p:cNvPr>
          <p:cNvCxnSpPr>
            <a:cxnSpLocks/>
          </p:cNvCxnSpPr>
          <p:nvPr/>
        </p:nvCxnSpPr>
        <p:spPr>
          <a:xfrm>
            <a:off x="4041058" y="2045110"/>
            <a:ext cx="408491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FB67EC-99FF-A543-F790-DE803FF862A6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041058" y="2531807"/>
            <a:ext cx="1253613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D66EF2-D4C5-FEED-D339-14B9D2EFEA73}"/>
              </a:ext>
            </a:extLst>
          </p:cNvPr>
          <p:cNvCxnSpPr>
            <a:cxnSpLocks/>
          </p:cNvCxnSpPr>
          <p:nvPr/>
        </p:nvCxnSpPr>
        <p:spPr>
          <a:xfrm>
            <a:off x="2015612" y="6499123"/>
            <a:ext cx="4472818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C2AD00-C07D-6E92-9164-B0AABB402691}"/>
              </a:ext>
            </a:extLst>
          </p:cNvPr>
          <p:cNvCxnSpPr>
            <a:cxnSpLocks/>
          </p:cNvCxnSpPr>
          <p:nvPr/>
        </p:nvCxnSpPr>
        <p:spPr>
          <a:xfrm>
            <a:off x="2015612" y="6145162"/>
            <a:ext cx="28022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5FFFB0-9E6E-1FCF-D025-49174F26428E}"/>
              </a:ext>
            </a:extLst>
          </p:cNvPr>
          <p:cNvCxnSpPr>
            <a:cxnSpLocks/>
          </p:cNvCxnSpPr>
          <p:nvPr/>
        </p:nvCxnSpPr>
        <p:spPr>
          <a:xfrm>
            <a:off x="2015612" y="6145162"/>
            <a:ext cx="0" cy="35396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72DDBB0-E6A8-9594-1F8E-656229D3AECA}"/>
              </a:ext>
            </a:extLst>
          </p:cNvPr>
          <p:cNvCxnSpPr>
            <a:cxnSpLocks/>
          </p:cNvCxnSpPr>
          <p:nvPr/>
        </p:nvCxnSpPr>
        <p:spPr>
          <a:xfrm>
            <a:off x="6488430" y="2531807"/>
            <a:ext cx="0" cy="396731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66D2167-0868-9168-38F1-715E336541FA}"/>
              </a:ext>
            </a:extLst>
          </p:cNvPr>
          <p:cNvSpPr/>
          <p:nvPr/>
        </p:nvSpPr>
        <p:spPr>
          <a:xfrm>
            <a:off x="5294671" y="2361119"/>
            <a:ext cx="1011936" cy="341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4,7 </a:t>
            </a:r>
            <a:r>
              <a:rPr lang="en-ZA" dirty="0" err="1"/>
              <a:t>kΩ</a:t>
            </a:r>
            <a:endParaRPr lang="en-ZA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B0BD3E-62F5-0595-71C6-11FDB3082429}"/>
              </a:ext>
            </a:extLst>
          </p:cNvPr>
          <p:cNvCxnSpPr>
            <a:cxnSpLocks/>
          </p:cNvCxnSpPr>
          <p:nvPr/>
        </p:nvCxnSpPr>
        <p:spPr>
          <a:xfrm>
            <a:off x="6306607" y="2531807"/>
            <a:ext cx="1819361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D16CFDE-4042-D969-9AA3-F67FD8E5542A}"/>
              </a:ext>
            </a:extLst>
          </p:cNvPr>
          <p:cNvSpPr/>
          <p:nvPr/>
        </p:nvSpPr>
        <p:spPr>
          <a:xfrm>
            <a:off x="8125968" y="1737360"/>
            <a:ext cx="345282" cy="10789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ZA" dirty="0"/>
              <a:t>DS18B20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FF487F-4B74-B7EE-C106-21E7EBA7479D}"/>
              </a:ext>
            </a:extLst>
          </p:cNvPr>
          <p:cNvSpPr/>
          <p:nvPr/>
        </p:nvSpPr>
        <p:spPr>
          <a:xfrm>
            <a:off x="9008781" y="1737360"/>
            <a:ext cx="345282" cy="10789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ZA" dirty="0"/>
              <a:t>DS18B20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E3357F-5067-631D-3860-F54C3BAF9DC5}"/>
              </a:ext>
            </a:extLst>
          </p:cNvPr>
          <p:cNvSpPr/>
          <p:nvPr/>
        </p:nvSpPr>
        <p:spPr>
          <a:xfrm>
            <a:off x="9876293" y="1737359"/>
            <a:ext cx="345282" cy="10789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ZA" dirty="0"/>
              <a:t>DS18B20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AB3E89-08C0-FDCB-C421-574965CB7DA3}"/>
              </a:ext>
            </a:extLst>
          </p:cNvPr>
          <p:cNvCxnSpPr>
            <a:cxnSpLocks/>
          </p:cNvCxnSpPr>
          <p:nvPr/>
        </p:nvCxnSpPr>
        <p:spPr>
          <a:xfrm>
            <a:off x="7906512" y="1568046"/>
            <a:ext cx="1780032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592E58B-A4FA-9BFC-6C9E-7EACB6166D2A}"/>
              </a:ext>
            </a:extLst>
          </p:cNvPr>
          <p:cNvCxnSpPr>
            <a:cxnSpLocks/>
          </p:cNvCxnSpPr>
          <p:nvPr/>
        </p:nvCxnSpPr>
        <p:spPr>
          <a:xfrm>
            <a:off x="7906512" y="3019487"/>
            <a:ext cx="1780032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D2049EB-9246-0003-47BB-FEF9237859CB}"/>
              </a:ext>
            </a:extLst>
          </p:cNvPr>
          <p:cNvCxnSpPr>
            <a:cxnSpLocks/>
          </p:cNvCxnSpPr>
          <p:nvPr/>
        </p:nvCxnSpPr>
        <p:spPr>
          <a:xfrm flipV="1">
            <a:off x="7906512" y="2531807"/>
            <a:ext cx="0" cy="48768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9045CF6-8764-13C0-B656-6E62330E1D2C}"/>
              </a:ext>
            </a:extLst>
          </p:cNvPr>
          <p:cNvCxnSpPr>
            <a:cxnSpLocks/>
          </p:cNvCxnSpPr>
          <p:nvPr/>
        </p:nvCxnSpPr>
        <p:spPr>
          <a:xfrm flipV="1">
            <a:off x="7906512" y="1568046"/>
            <a:ext cx="0" cy="476082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4BEC487-D932-8805-D72D-20D7693E2F2C}"/>
              </a:ext>
            </a:extLst>
          </p:cNvPr>
          <p:cNvCxnSpPr>
            <a:cxnSpLocks/>
          </p:cNvCxnSpPr>
          <p:nvPr/>
        </p:nvCxnSpPr>
        <p:spPr>
          <a:xfrm flipV="1">
            <a:off x="8705088" y="1568046"/>
            <a:ext cx="0" cy="476082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12152B2-61AD-E6FC-00A4-8B579723554D}"/>
              </a:ext>
            </a:extLst>
          </p:cNvPr>
          <p:cNvCxnSpPr>
            <a:cxnSpLocks/>
          </p:cNvCxnSpPr>
          <p:nvPr/>
        </p:nvCxnSpPr>
        <p:spPr>
          <a:xfrm flipV="1">
            <a:off x="9686544" y="1568046"/>
            <a:ext cx="0" cy="496338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B8CF5BE-6B8C-F573-DC49-58F93B0C7191}"/>
              </a:ext>
            </a:extLst>
          </p:cNvPr>
          <p:cNvCxnSpPr>
            <a:cxnSpLocks/>
          </p:cNvCxnSpPr>
          <p:nvPr/>
        </p:nvCxnSpPr>
        <p:spPr>
          <a:xfrm flipV="1">
            <a:off x="8705088" y="2531805"/>
            <a:ext cx="0" cy="48768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89E360-8E45-25E4-72E6-DB9859F2767D}"/>
              </a:ext>
            </a:extLst>
          </p:cNvPr>
          <p:cNvCxnSpPr>
            <a:cxnSpLocks/>
          </p:cNvCxnSpPr>
          <p:nvPr/>
        </p:nvCxnSpPr>
        <p:spPr>
          <a:xfrm flipV="1">
            <a:off x="9686544" y="2531805"/>
            <a:ext cx="0" cy="48768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5A576B5-CFBD-06E7-6106-FABA9784C013}"/>
              </a:ext>
            </a:extLst>
          </p:cNvPr>
          <p:cNvCxnSpPr>
            <a:cxnSpLocks/>
          </p:cNvCxnSpPr>
          <p:nvPr/>
        </p:nvCxnSpPr>
        <p:spPr>
          <a:xfrm>
            <a:off x="8705088" y="2531805"/>
            <a:ext cx="303693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A5DCFF-E65F-1D3D-C243-EC66379606AF}"/>
              </a:ext>
            </a:extLst>
          </p:cNvPr>
          <p:cNvCxnSpPr>
            <a:cxnSpLocks/>
          </p:cNvCxnSpPr>
          <p:nvPr/>
        </p:nvCxnSpPr>
        <p:spPr>
          <a:xfrm>
            <a:off x="9686544" y="2545962"/>
            <a:ext cx="189749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62B266-6BF5-346A-2DE2-6C45AB098911}"/>
              </a:ext>
            </a:extLst>
          </p:cNvPr>
          <p:cNvCxnSpPr>
            <a:cxnSpLocks/>
          </p:cNvCxnSpPr>
          <p:nvPr/>
        </p:nvCxnSpPr>
        <p:spPr>
          <a:xfrm>
            <a:off x="8705088" y="2044128"/>
            <a:ext cx="303693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B6021EE-8FF6-6D94-2F17-F58C2EB689FF}"/>
              </a:ext>
            </a:extLst>
          </p:cNvPr>
          <p:cNvCxnSpPr>
            <a:cxnSpLocks/>
          </p:cNvCxnSpPr>
          <p:nvPr/>
        </p:nvCxnSpPr>
        <p:spPr>
          <a:xfrm>
            <a:off x="9686544" y="2064384"/>
            <a:ext cx="18974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AB7755B-7ACA-77C0-3932-DEA2370F11FE}"/>
              </a:ext>
            </a:extLst>
          </p:cNvPr>
          <p:cNvSpPr/>
          <p:nvPr/>
        </p:nvSpPr>
        <p:spPr>
          <a:xfrm>
            <a:off x="7335231" y="3822288"/>
            <a:ext cx="2713703" cy="15421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Legend</a:t>
            </a:r>
          </a:p>
          <a:p>
            <a:pPr algn="ctr"/>
            <a:endParaRPr lang="en-ZA" dirty="0"/>
          </a:p>
          <a:p>
            <a:r>
              <a:rPr lang="en-ZA" dirty="0"/>
              <a:t>Ground </a:t>
            </a:r>
          </a:p>
          <a:p>
            <a:r>
              <a:rPr lang="en-ZA" dirty="0"/>
              <a:t>DQ</a:t>
            </a:r>
          </a:p>
          <a:p>
            <a:r>
              <a:rPr lang="en-ZA" dirty="0"/>
              <a:t>USB Micro-B 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F6FA676-4271-6809-84A1-E97E6B55771C}"/>
              </a:ext>
            </a:extLst>
          </p:cNvPr>
          <p:cNvCxnSpPr>
            <a:cxnSpLocks/>
          </p:cNvCxnSpPr>
          <p:nvPr/>
        </p:nvCxnSpPr>
        <p:spPr>
          <a:xfrm>
            <a:off x="8802758" y="4626206"/>
            <a:ext cx="11026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82071FD-5F48-FC79-9AC2-B73F19951180}"/>
              </a:ext>
            </a:extLst>
          </p:cNvPr>
          <p:cNvCxnSpPr>
            <a:cxnSpLocks/>
          </p:cNvCxnSpPr>
          <p:nvPr/>
        </p:nvCxnSpPr>
        <p:spPr>
          <a:xfrm>
            <a:off x="8802758" y="4888927"/>
            <a:ext cx="1102609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DEA84ED-A6F1-8AEB-B34A-4A1F77DB484F}"/>
              </a:ext>
            </a:extLst>
          </p:cNvPr>
          <p:cNvCxnSpPr>
            <a:cxnSpLocks/>
          </p:cNvCxnSpPr>
          <p:nvPr/>
        </p:nvCxnSpPr>
        <p:spPr>
          <a:xfrm flipH="1">
            <a:off x="8802758" y="5165997"/>
            <a:ext cx="1102609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04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BF989-9A28-B57C-D5FE-9A00ABDB9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61F29D-9E6F-BEEB-7300-E1DFE280E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90" y="1302575"/>
            <a:ext cx="2095792" cy="50394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590B1B-6114-64FA-632F-18DF0BC5ECF9}"/>
              </a:ext>
            </a:extLst>
          </p:cNvPr>
          <p:cNvSpPr/>
          <p:nvPr/>
        </p:nvSpPr>
        <p:spPr>
          <a:xfrm>
            <a:off x="1809135" y="112871"/>
            <a:ext cx="2713703" cy="8849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Computer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31446-5EFE-6775-62A8-3946D9E20C91}"/>
              </a:ext>
            </a:extLst>
          </p:cNvPr>
          <p:cNvCxnSpPr>
            <a:cxnSpLocks/>
          </p:cNvCxnSpPr>
          <p:nvPr/>
        </p:nvCxnSpPr>
        <p:spPr>
          <a:xfrm>
            <a:off x="3165986" y="997775"/>
            <a:ext cx="0" cy="570271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966AF4-C2E2-C757-DB36-B82A5D47B6FA}"/>
              </a:ext>
            </a:extLst>
          </p:cNvPr>
          <p:cNvCxnSpPr>
            <a:cxnSpLocks/>
          </p:cNvCxnSpPr>
          <p:nvPr/>
        </p:nvCxnSpPr>
        <p:spPr>
          <a:xfrm>
            <a:off x="4041058" y="2045110"/>
            <a:ext cx="2829947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0FF0F7-548D-5602-85A3-A745D5042E1B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041058" y="2531807"/>
            <a:ext cx="1253613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5920A4-897D-B641-CB22-3B534DBC043F}"/>
              </a:ext>
            </a:extLst>
          </p:cNvPr>
          <p:cNvCxnSpPr>
            <a:cxnSpLocks/>
          </p:cNvCxnSpPr>
          <p:nvPr/>
        </p:nvCxnSpPr>
        <p:spPr>
          <a:xfrm>
            <a:off x="2015612" y="6499123"/>
            <a:ext cx="4472818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CF5EAA-3EE5-7B43-10A7-2E0BCDFC5738}"/>
              </a:ext>
            </a:extLst>
          </p:cNvPr>
          <p:cNvCxnSpPr>
            <a:cxnSpLocks/>
          </p:cNvCxnSpPr>
          <p:nvPr/>
        </p:nvCxnSpPr>
        <p:spPr>
          <a:xfrm>
            <a:off x="2015612" y="6145162"/>
            <a:ext cx="28022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003606-90BD-A29C-CBD6-7CDA92753BD1}"/>
              </a:ext>
            </a:extLst>
          </p:cNvPr>
          <p:cNvCxnSpPr>
            <a:cxnSpLocks/>
          </p:cNvCxnSpPr>
          <p:nvPr/>
        </p:nvCxnSpPr>
        <p:spPr>
          <a:xfrm>
            <a:off x="2015612" y="6145162"/>
            <a:ext cx="0" cy="35396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F6BEC07-3EF6-C2FE-D210-ED1EA2C0AA25}"/>
              </a:ext>
            </a:extLst>
          </p:cNvPr>
          <p:cNvCxnSpPr>
            <a:cxnSpLocks/>
          </p:cNvCxnSpPr>
          <p:nvPr/>
        </p:nvCxnSpPr>
        <p:spPr>
          <a:xfrm>
            <a:off x="6488430" y="2531807"/>
            <a:ext cx="0" cy="396731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4923F84-DF1A-7EBF-7AAA-3DB4CD6537FE}"/>
              </a:ext>
            </a:extLst>
          </p:cNvPr>
          <p:cNvSpPr/>
          <p:nvPr/>
        </p:nvSpPr>
        <p:spPr>
          <a:xfrm>
            <a:off x="5294671" y="2361119"/>
            <a:ext cx="1011936" cy="341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4,7 </a:t>
            </a:r>
            <a:r>
              <a:rPr lang="en-ZA" dirty="0" err="1"/>
              <a:t>kΩ</a:t>
            </a:r>
            <a:endParaRPr lang="en-ZA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3DB472-BBD6-DBF6-6538-8FB83C293606}"/>
              </a:ext>
            </a:extLst>
          </p:cNvPr>
          <p:cNvCxnSpPr>
            <a:cxnSpLocks/>
          </p:cNvCxnSpPr>
          <p:nvPr/>
        </p:nvCxnSpPr>
        <p:spPr>
          <a:xfrm>
            <a:off x="6306607" y="2531807"/>
            <a:ext cx="564398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7DDFE72-FD1E-8FBB-B697-087E755DDD5A}"/>
              </a:ext>
            </a:extLst>
          </p:cNvPr>
          <p:cNvSpPr/>
          <p:nvPr/>
        </p:nvSpPr>
        <p:spPr>
          <a:xfrm>
            <a:off x="6871005" y="1821623"/>
            <a:ext cx="345282" cy="10789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ZA" dirty="0"/>
              <a:t>DS18B20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8B7178-1E2E-7A37-75A1-DE242F180A1D}"/>
              </a:ext>
            </a:extLst>
          </p:cNvPr>
          <p:cNvSpPr/>
          <p:nvPr/>
        </p:nvSpPr>
        <p:spPr>
          <a:xfrm>
            <a:off x="6871005" y="4740980"/>
            <a:ext cx="2713703" cy="15421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Legend</a:t>
            </a:r>
          </a:p>
          <a:p>
            <a:pPr algn="ctr"/>
            <a:endParaRPr lang="en-ZA" dirty="0"/>
          </a:p>
          <a:p>
            <a:r>
              <a:rPr lang="en-ZA" dirty="0"/>
              <a:t>Ground </a:t>
            </a:r>
          </a:p>
          <a:p>
            <a:r>
              <a:rPr lang="en-ZA" dirty="0"/>
              <a:t>DQ</a:t>
            </a:r>
          </a:p>
          <a:p>
            <a:r>
              <a:rPr lang="en-ZA" dirty="0"/>
              <a:t>USB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9257DE7-9A83-EBEF-1C4C-AD7F5D1FC27E}"/>
              </a:ext>
            </a:extLst>
          </p:cNvPr>
          <p:cNvCxnSpPr>
            <a:cxnSpLocks/>
          </p:cNvCxnSpPr>
          <p:nvPr/>
        </p:nvCxnSpPr>
        <p:spPr>
          <a:xfrm>
            <a:off x="8338532" y="5544898"/>
            <a:ext cx="11026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8A47E7B-770C-F4ED-B9A7-E2F95A9FC523}"/>
              </a:ext>
            </a:extLst>
          </p:cNvPr>
          <p:cNvCxnSpPr>
            <a:cxnSpLocks/>
          </p:cNvCxnSpPr>
          <p:nvPr/>
        </p:nvCxnSpPr>
        <p:spPr>
          <a:xfrm>
            <a:off x="8338532" y="5807619"/>
            <a:ext cx="1102609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EBBD751-FA66-2FA7-E827-E45FD78FCAED}"/>
              </a:ext>
            </a:extLst>
          </p:cNvPr>
          <p:cNvCxnSpPr>
            <a:cxnSpLocks/>
          </p:cNvCxnSpPr>
          <p:nvPr/>
        </p:nvCxnSpPr>
        <p:spPr>
          <a:xfrm flipH="1">
            <a:off x="8338532" y="6084689"/>
            <a:ext cx="1102609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78D069A-55CA-E834-0AB0-AAB09765DAE4}"/>
              </a:ext>
            </a:extLst>
          </p:cNvPr>
          <p:cNvSpPr/>
          <p:nvPr/>
        </p:nvSpPr>
        <p:spPr>
          <a:xfrm>
            <a:off x="115807" y="1817591"/>
            <a:ext cx="1899805" cy="8849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Endoscope camera module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E7CEB1-144F-9B87-79A9-86B7E48000AF}"/>
              </a:ext>
            </a:extLst>
          </p:cNvPr>
          <p:cNvCxnSpPr>
            <a:cxnSpLocks/>
          </p:cNvCxnSpPr>
          <p:nvPr/>
        </p:nvCxnSpPr>
        <p:spPr>
          <a:xfrm>
            <a:off x="1065709" y="555323"/>
            <a:ext cx="0" cy="1262268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3E72A1-CAE8-F929-A403-09DDD8D40D7E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65709" y="555323"/>
            <a:ext cx="743426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3F3A9AF-9974-7165-B6F4-A8F89AAB3691}"/>
              </a:ext>
            </a:extLst>
          </p:cNvPr>
          <p:cNvSpPr/>
          <p:nvPr/>
        </p:nvSpPr>
        <p:spPr>
          <a:xfrm>
            <a:off x="8889836" y="165476"/>
            <a:ext cx="2713703" cy="8849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DC Power Supply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1A6685-4338-219F-2411-65394898D985}"/>
              </a:ext>
            </a:extLst>
          </p:cNvPr>
          <p:cNvSpPr/>
          <p:nvPr/>
        </p:nvSpPr>
        <p:spPr>
          <a:xfrm>
            <a:off x="9061974" y="1946332"/>
            <a:ext cx="1011936" cy="341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100 Ω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B7AB3D3-5577-D2C1-CBCC-2A4679C7C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681001" y="1793125"/>
            <a:ext cx="238158" cy="64779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8B8A2A-4B37-B570-1CCA-DB937A1C1DAC}"/>
              </a:ext>
            </a:extLst>
          </p:cNvPr>
          <p:cNvCxnSpPr>
            <a:cxnSpLocks/>
          </p:cNvCxnSpPr>
          <p:nvPr/>
        </p:nvCxnSpPr>
        <p:spPr>
          <a:xfrm flipH="1">
            <a:off x="8621906" y="2117020"/>
            <a:ext cx="4400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2E3B9F2-301A-4D1C-11C6-185F79AEDAE7}"/>
              </a:ext>
            </a:extLst>
          </p:cNvPr>
          <p:cNvCxnSpPr>
            <a:cxnSpLocks/>
          </p:cNvCxnSpPr>
          <p:nvPr/>
        </p:nvCxnSpPr>
        <p:spPr>
          <a:xfrm flipH="1">
            <a:off x="10073910" y="2120760"/>
            <a:ext cx="4400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9AD37AC-96EF-612E-BD4B-209E55461573}"/>
              </a:ext>
            </a:extLst>
          </p:cNvPr>
          <p:cNvCxnSpPr>
            <a:cxnSpLocks/>
          </p:cNvCxnSpPr>
          <p:nvPr/>
        </p:nvCxnSpPr>
        <p:spPr>
          <a:xfrm flipH="1">
            <a:off x="11123975" y="2130920"/>
            <a:ext cx="631145" cy="0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77B74E3-C856-3E34-1BCC-65A244918CC6}"/>
              </a:ext>
            </a:extLst>
          </p:cNvPr>
          <p:cNvSpPr/>
          <p:nvPr/>
        </p:nvSpPr>
        <p:spPr>
          <a:xfrm>
            <a:off x="9061974" y="2579563"/>
            <a:ext cx="1011936" cy="341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100 Ω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1C90546-B47E-BB1C-B9B8-8F8956833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681001" y="2426356"/>
            <a:ext cx="238158" cy="64779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B7BF255-EFFB-342E-DCB7-8959142E987B}"/>
              </a:ext>
            </a:extLst>
          </p:cNvPr>
          <p:cNvCxnSpPr>
            <a:cxnSpLocks/>
          </p:cNvCxnSpPr>
          <p:nvPr/>
        </p:nvCxnSpPr>
        <p:spPr>
          <a:xfrm flipH="1">
            <a:off x="8621906" y="2750251"/>
            <a:ext cx="4400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EFAD20B-8860-F3FB-26B8-77D5500EBA6E}"/>
              </a:ext>
            </a:extLst>
          </p:cNvPr>
          <p:cNvCxnSpPr>
            <a:cxnSpLocks/>
          </p:cNvCxnSpPr>
          <p:nvPr/>
        </p:nvCxnSpPr>
        <p:spPr>
          <a:xfrm flipH="1">
            <a:off x="10073910" y="2753991"/>
            <a:ext cx="4400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7E2A821-C0C2-85E0-0DAE-C4AA1B8718C7}"/>
              </a:ext>
            </a:extLst>
          </p:cNvPr>
          <p:cNvCxnSpPr>
            <a:cxnSpLocks/>
          </p:cNvCxnSpPr>
          <p:nvPr/>
        </p:nvCxnSpPr>
        <p:spPr>
          <a:xfrm flipH="1">
            <a:off x="11123975" y="2764151"/>
            <a:ext cx="631145" cy="0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ADEF56AD-D305-C5DE-4F38-E94935128932}"/>
              </a:ext>
            </a:extLst>
          </p:cNvPr>
          <p:cNvSpPr/>
          <p:nvPr/>
        </p:nvSpPr>
        <p:spPr>
          <a:xfrm>
            <a:off x="9061974" y="3146399"/>
            <a:ext cx="1011936" cy="341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100 Ω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3B0A1B6-AF79-32DD-D555-BC925C7B1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681001" y="2993192"/>
            <a:ext cx="238158" cy="64779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7D01BE-E8B7-69D1-84C9-D964B9D0826B}"/>
              </a:ext>
            </a:extLst>
          </p:cNvPr>
          <p:cNvCxnSpPr>
            <a:cxnSpLocks/>
          </p:cNvCxnSpPr>
          <p:nvPr/>
        </p:nvCxnSpPr>
        <p:spPr>
          <a:xfrm flipH="1">
            <a:off x="8621906" y="3317087"/>
            <a:ext cx="4400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0B64C2E-4A53-8059-6540-5AF7BB0A03CC}"/>
              </a:ext>
            </a:extLst>
          </p:cNvPr>
          <p:cNvCxnSpPr>
            <a:cxnSpLocks/>
          </p:cNvCxnSpPr>
          <p:nvPr/>
        </p:nvCxnSpPr>
        <p:spPr>
          <a:xfrm flipH="1">
            <a:off x="10073910" y="3320827"/>
            <a:ext cx="4400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ACB216D-BD32-9263-4484-043352F73B77}"/>
              </a:ext>
            </a:extLst>
          </p:cNvPr>
          <p:cNvCxnSpPr>
            <a:cxnSpLocks/>
          </p:cNvCxnSpPr>
          <p:nvPr/>
        </p:nvCxnSpPr>
        <p:spPr>
          <a:xfrm flipH="1">
            <a:off x="11123975" y="3330987"/>
            <a:ext cx="631145" cy="0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F2C60B65-0C6A-A7FB-8C85-F53221893B58}"/>
              </a:ext>
            </a:extLst>
          </p:cNvPr>
          <p:cNvSpPr/>
          <p:nvPr/>
        </p:nvSpPr>
        <p:spPr>
          <a:xfrm>
            <a:off x="9078740" y="3716975"/>
            <a:ext cx="1011936" cy="341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100 Ω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E12FB084-1A02-C993-6831-9643DBAE5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697767" y="3563768"/>
            <a:ext cx="238158" cy="647790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46D5F07-914B-92FE-E38E-99DDD0DEEE7C}"/>
              </a:ext>
            </a:extLst>
          </p:cNvPr>
          <p:cNvCxnSpPr>
            <a:cxnSpLocks/>
          </p:cNvCxnSpPr>
          <p:nvPr/>
        </p:nvCxnSpPr>
        <p:spPr>
          <a:xfrm flipH="1">
            <a:off x="8638672" y="3887663"/>
            <a:ext cx="4400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A39DDEB-58AA-E351-DCF9-BB425128F9E7}"/>
              </a:ext>
            </a:extLst>
          </p:cNvPr>
          <p:cNvCxnSpPr>
            <a:cxnSpLocks/>
          </p:cNvCxnSpPr>
          <p:nvPr/>
        </p:nvCxnSpPr>
        <p:spPr>
          <a:xfrm flipH="1">
            <a:off x="10090676" y="3891403"/>
            <a:ext cx="4400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C787529-0B6B-A3AD-C16A-2FCB6531059B}"/>
              </a:ext>
            </a:extLst>
          </p:cNvPr>
          <p:cNvCxnSpPr>
            <a:cxnSpLocks/>
          </p:cNvCxnSpPr>
          <p:nvPr/>
        </p:nvCxnSpPr>
        <p:spPr>
          <a:xfrm flipH="1">
            <a:off x="11140741" y="3901563"/>
            <a:ext cx="631145" cy="0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9D21EDD-A152-FF07-EC53-CD0BB22323D5}"/>
              </a:ext>
            </a:extLst>
          </p:cNvPr>
          <p:cNvCxnSpPr>
            <a:cxnSpLocks/>
          </p:cNvCxnSpPr>
          <p:nvPr/>
        </p:nvCxnSpPr>
        <p:spPr>
          <a:xfrm flipV="1">
            <a:off x="8638672" y="607928"/>
            <a:ext cx="0" cy="32631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F38762A-F870-8FAF-96D1-2AA8E20B1486}"/>
              </a:ext>
            </a:extLst>
          </p:cNvPr>
          <p:cNvCxnSpPr>
            <a:cxnSpLocks/>
          </p:cNvCxnSpPr>
          <p:nvPr/>
        </p:nvCxnSpPr>
        <p:spPr>
          <a:xfrm flipV="1">
            <a:off x="11755120" y="607928"/>
            <a:ext cx="0" cy="3293635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1F68C02-C9C1-9333-FAB8-53B823028398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1603539" y="607928"/>
            <a:ext cx="151581" cy="0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64CAB12-6B1F-102B-F031-0396F9FBD585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8621906" y="607928"/>
            <a:ext cx="2679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E1EE9A7-E3FA-2AF8-E986-6220566678F1}"/>
              </a:ext>
            </a:extLst>
          </p:cNvPr>
          <p:cNvSpPr txBox="1"/>
          <p:nvPr/>
        </p:nvSpPr>
        <p:spPr>
          <a:xfrm>
            <a:off x="8212184" y="252575"/>
            <a:ext cx="629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5 V</a:t>
            </a:r>
          </a:p>
        </p:txBody>
      </p:sp>
    </p:spTree>
    <p:extLst>
      <p:ext uri="{BB962C8B-B14F-4D97-AF65-F5344CB8AC3E}">
        <p14:creationId xmlns:p14="http://schemas.microsoft.com/office/powerpoint/2010/main" val="2763658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35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Breytenbach, PW, Mr [26122146@sun.ac.za]</dc:creator>
  <cp:lastModifiedBy>Breytenbach, PW, Mr [26122146@sun.ac.za]</cp:lastModifiedBy>
  <cp:revision>1</cp:revision>
  <dcterms:created xsi:type="dcterms:W3CDTF">2026-05-19T20:33:08Z</dcterms:created>
  <dcterms:modified xsi:type="dcterms:W3CDTF">2026-05-19T22:16:14Z</dcterms:modified>
</cp:coreProperties>
</file>